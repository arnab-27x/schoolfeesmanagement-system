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9" r:id="rId1"/>
  </p:sldMasterIdLst>
  <p:sldIdLst>
    <p:sldId id="256" r:id="rId2"/>
    <p:sldId id="258" r:id="rId3"/>
    <p:sldId id="272" r:id="rId4"/>
    <p:sldId id="273" r:id="rId5"/>
    <p:sldId id="274" r:id="rId6"/>
    <p:sldId id="275" r:id="rId7"/>
    <p:sldId id="277" r:id="rId8"/>
    <p:sldId id="278" r:id="rId9"/>
    <p:sldId id="279" r:id="rId10"/>
    <p:sldId id="280" r:id="rId11"/>
    <p:sldId id="281" r:id="rId12"/>
    <p:sldId id="282" r:id="rId13"/>
    <p:sldId id="283" r:id="rId14"/>
    <p:sldId id="267" r:id="rId15"/>
    <p:sldId id="271" r:id="rId16"/>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33"/>
    <a:srgbClr val="CE2056"/>
    <a:srgbClr val="9117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96" autoAdjust="0"/>
    <p:restoredTop sz="94660"/>
  </p:normalViewPr>
  <p:slideViewPr>
    <p:cSldViewPr snapToGrid="0">
      <p:cViewPr varScale="1">
        <p:scale>
          <a:sx n="52" d="100"/>
          <a:sy n="52" d="100"/>
        </p:scale>
        <p:origin x="2909" y="5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2" name="Title 1"/>
          <p:cNvSpPr>
            <a:spLocks noGrp="1"/>
          </p:cNvSpPr>
          <p:nvPr>
            <p:ph type="ctrTitle"/>
          </p:nvPr>
        </p:nvSpPr>
        <p:spPr>
          <a:xfrm>
            <a:off x="984944" y="2312509"/>
            <a:ext cx="4888112" cy="4460823"/>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984944" y="6908803"/>
            <a:ext cx="4888112" cy="2438398"/>
          </a:xfrm>
        </p:spPr>
        <p:txBody>
          <a:bodyPr>
            <a:normAutofit/>
          </a:bodyPr>
          <a:lstStyle>
            <a:lvl1pPr marL="0" indent="0" algn="ctr">
              <a:buNone/>
              <a:defRPr sz="165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5DEC07-9C2B-431B-B124-5505BC2999F6}"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3951005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513997" y="4208166"/>
            <a:ext cx="5829653" cy="60873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5DEC07-9C2B-431B-B124-5505BC2999F6}"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2770340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2" name="Title 1"/>
          <p:cNvSpPr>
            <a:spLocks noGrp="1"/>
          </p:cNvSpPr>
          <p:nvPr>
            <p:ph type="title"/>
          </p:nvPr>
        </p:nvSpPr>
        <p:spPr>
          <a:xfrm>
            <a:off x="513998" y="1473004"/>
            <a:ext cx="5822861" cy="4865456"/>
          </a:xfrm>
        </p:spPr>
        <p:txBody>
          <a:bodyPr anchor="b">
            <a:normAutofit/>
          </a:bodyPr>
          <a:lstStyle>
            <a:lvl1pPr>
              <a:defRPr sz="3000"/>
            </a:lvl1pPr>
          </a:lstStyle>
          <a:p>
            <a:r>
              <a:rPr lang="en-US"/>
              <a:t>Click to edit Master title style</a:t>
            </a:r>
            <a:endParaRPr lang="en-US" dirty="0"/>
          </a:p>
        </p:txBody>
      </p:sp>
      <p:sp>
        <p:nvSpPr>
          <p:cNvPr id="3" name="Text Placeholder 2"/>
          <p:cNvSpPr>
            <a:spLocks noGrp="1"/>
          </p:cNvSpPr>
          <p:nvPr>
            <p:ph type="body" idx="1"/>
          </p:nvPr>
        </p:nvSpPr>
        <p:spPr>
          <a:xfrm>
            <a:off x="513998" y="6502149"/>
            <a:ext cx="5822861" cy="2432325"/>
          </a:xfrm>
        </p:spPr>
        <p:txBody>
          <a:bodyPr>
            <a:normAutofit/>
          </a:bodyPr>
          <a:lstStyle>
            <a:lvl1pPr marL="0" indent="0" algn="ctr">
              <a:buNone/>
              <a:defRPr sz="1500">
                <a:solidFill>
                  <a:schemeClr val="bg1">
                    <a:lumMod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5DEC07-9C2B-431B-B124-5505BC2999F6}"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4034256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14" name="Title 1"/>
          <p:cNvSpPr>
            <a:spLocks noGrp="1"/>
          </p:cNvSpPr>
          <p:nvPr>
            <p:ph type="title"/>
          </p:nvPr>
        </p:nvSpPr>
        <p:spPr>
          <a:xfrm>
            <a:off x="513999" y="1099588"/>
            <a:ext cx="5830004" cy="2837648"/>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513997" y="4208166"/>
            <a:ext cx="2872140" cy="60873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3471862" y="4208166"/>
            <a:ext cx="2871788" cy="60873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5DEC07-9C2B-431B-B124-5505BC2999F6}"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1860205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14" name="Title 1"/>
          <p:cNvSpPr>
            <a:spLocks noGrp="1"/>
          </p:cNvSpPr>
          <p:nvPr>
            <p:ph type="title"/>
          </p:nvPr>
        </p:nvSpPr>
        <p:spPr>
          <a:xfrm>
            <a:off x="513999" y="1099588"/>
            <a:ext cx="5830004" cy="28376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644809" y="4215143"/>
            <a:ext cx="2741330" cy="1208878"/>
          </a:xfrm>
        </p:spPr>
        <p:txBody>
          <a:bodyPr anchor="b">
            <a:noAutofit/>
          </a:bodyPr>
          <a:lstStyle>
            <a:lvl1pPr marL="0" indent="0">
              <a:lnSpc>
                <a:spcPct val="75000"/>
              </a:lnSpc>
              <a:buNone/>
              <a:defRPr sz="19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3"/>
          <p:cNvSpPr>
            <a:spLocks noGrp="1"/>
          </p:cNvSpPr>
          <p:nvPr>
            <p:ph sz="quarter" idx="13"/>
          </p:nvPr>
        </p:nvSpPr>
        <p:spPr>
          <a:xfrm>
            <a:off x="513998" y="5424024"/>
            <a:ext cx="2872140" cy="48714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597988" y="4215143"/>
            <a:ext cx="2746015" cy="1208878"/>
          </a:xfrm>
        </p:spPr>
        <p:txBody>
          <a:bodyPr anchor="b">
            <a:noAutofit/>
          </a:bodyPr>
          <a:lstStyle>
            <a:lvl1pPr marL="0" indent="0">
              <a:lnSpc>
                <a:spcPct val="75000"/>
              </a:lnSpc>
              <a:buNone/>
              <a:defRPr sz="19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Content Placeholder 5"/>
          <p:cNvSpPr>
            <a:spLocks noGrp="1"/>
          </p:cNvSpPr>
          <p:nvPr>
            <p:ph sz="quarter" idx="14"/>
          </p:nvPr>
        </p:nvSpPr>
        <p:spPr>
          <a:xfrm>
            <a:off x="3471863" y="5424024"/>
            <a:ext cx="2871788" cy="48714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5DEC07-9C2B-431B-B124-5505BC2999F6}"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2525751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5DEC07-9C2B-431B-B124-5505BC2999F6}"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3595518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2" name="Date Placeholder 1"/>
          <p:cNvSpPr>
            <a:spLocks noGrp="1"/>
          </p:cNvSpPr>
          <p:nvPr>
            <p:ph type="dt" sz="half" idx="10"/>
          </p:nvPr>
        </p:nvSpPr>
        <p:spPr/>
        <p:txBody>
          <a:bodyPr/>
          <a:lstStyle/>
          <a:p>
            <a:fld id="{CC5DEC07-9C2B-431B-B124-5505BC2999F6}"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39183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2" name="Title 1"/>
          <p:cNvSpPr>
            <a:spLocks noGrp="1"/>
          </p:cNvSpPr>
          <p:nvPr>
            <p:ph type="title"/>
          </p:nvPr>
        </p:nvSpPr>
        <p:spPr>
          <a:xfrm>
            <a:off x="513998" y="1083734"/>
            <a:ext cx="2213825" cy="3596892"/>
          </a:xfrm>
        </p:spPr>
        <p:txBody>
          <a:bodyPr anchor="b"/>
          <a:lstStyle>
            <a:lvl1pPr algn="ctr">
              <a:defRPr sz="2400"/>
            </a:lvl1pPr>
          </a:lstStyle>
          <a:p>
            <a:r>
              <a:rPr lang="en-US"/>
              <a:t>Click to edit Master title style</a:t>
            </a:r>
            <a:endParaRPr lang="en-US" dirty="0"/>
          </a:p>
        </p:txBody>
      </p:sp>
      <p:sp>
        <p:nvSpPr>
          <p:cNvPr id="10" name="Content Placeholder 2"/>
          <p:cNvSpPr>
            <a:spLocks noGrp="1"/>
          </p:cNvSpPr>
          <p:nvPr>
            <p:ph sz="quarter" idx="13"/>
          </p:nvPr>
        </p:nvSpPr>
        <p:spPr>
          <a:xfrm>
            <a:off x="2856410" y="1083736"/>
            <a:ext cx="3487592" cy="92117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3999" y="4680626"/>
            <a:ext cx="2213825" cy="5614841"/>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C5DEC07-9C2B-431B-B124-5505BC2999F6}"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2716762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2" name="Title 1"/>
          <p:cNvSpPr>
            <a:spLocks noGrp="1"/>
          </p:cNvSpPr>
          <p:nvPr>
            <p:ph type="title"/>
          </p:nvPr>
        </p:nvSpPr>
        <p:spPr>
          <a:xfrm>
            <a:off x="513999" y="1083733"/>
            <a:ext cx="3097214" cy="3596896"/>
          </a:xfrm>
        </p:spPr>
        <p:txBody>
          <a:bodyPr anchor="b"/>
          <a:lstStyle>
            <a:lvl1pPr algn="ct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753203" y="1083735"/>
            <a:ext cx="2254388" cy="9211733"/>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4009" y="4680629"/>
            <a:ext cx="3097203" cy="5614839"/>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C5DEC07-9C2B-431B-B124-5505BC2999F6}"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4203705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2" name="Title 1"/>
          <p:cNvSpPr>
            <a:spLocks noGrp="1"/>
          </p:cNvSpPr>
          <p:nvPr>
            <p:ph type="title"/>
          </p:nvPr>
        </p:nvSpPr>
        <p:spPr>
          <a:xfrm>
            <a:off x="514010" y="7625554"/>
            <a:ext cx="5829993" cy="1442862"/>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66419" y="1241353"/>
            <a:ext cx="5525174" cy="5714020"/>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3999" y="9082183"/>
            <a:ext cx="5830004" cy="1213284"/>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C5DEC07-9C2B-431B-B124-5505BC2999F6}"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85903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2" name="Title 1"/>
          <p:cNvSpPr>
            <a:spLocks noGrp="1"/>
          </p:cNvSpPr>
          <p:nvPr>
            <p:ph type="title"/>
          </p:nvPr>
        </p:nvSpPr>
        <p:spPr>
          <a:xfrm>
            <a:off x="513999" y="1083734"/>
            <a:ext cx="5830004" cy="6092880"/>
          </a:xfrm>
        </p:spPr>
        <p:txBody>
          <a:bodyPr anchor="ctr"/>
          <a:lstStyle>
            <a:lvl1pPr algn="ct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513999" y="7475237"/>
            <a:ext cx="5830004" cy="2820231"/>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C5DEC07-9C2B-431B-B124-5505BC2999F6}"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41707367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2" name="Title 1"/>
          <p:cNvSpPr>
            <a:spLocks noGrp="1"/>
          </p:cNvSpPr>
          <p:nvPr>
            <p:ph type="title"/>
          </p:nvPr>
        </p:nvSpPr>
        <p:spPr>
          <a:xfrm>
            <a:off x="813494" y="1551269"/>
            <a:ext cx="5232798" cy="4853182"/>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967863" y="6417835"/>
            <a:ext cx="4923168" cy="1057401"/>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513999" y="7773862"/>
            <a:ext cx="5830004" cy="2526316"/>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C5DEC07-9C2B-431B-B124-5505BC2999F6}"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7F3A84-2183-4652-B409-FEEC87553EA5}" type="slidenum">
              <a:rPr lang="en-US" smtClean="0"/>
              <a:t>‹#›</a:t>
            </a:fld>
            <a:endParaRPr lang="en-US"/>
          </a:p>
        </p:txBody>
      </p:sp>
      <p:sp>
        <p:nvSpPr>
          <p:cNvPr id="11" name="TextBox 10"/>
          <p:cNvSpPr txBox="1"/>
          <p:nvPr/>
        </p:nvSpPr>
        <p:spPr>
          <a:xfrm>
            <a:off x="553220" y="1578416"/>
            <a:ext cx="410166" cy="103960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4" name="TextBox 13"/>
          <p:cNvSpPr txBox="1"/>
          <p:nvPr/>
        </p:nvSpPr>
        <p:spPr>
          <a:xfrm>
            <a:off x="5887598" y="5546693"/>
            <a:ext cx="415231" cy="103960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8045583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2" name="Title 1"/>
          <p:cNvSpPr>
            <a:spLocks noGrp="1"/>
          </p:cNvSpPr>
          <p:nvPr>
            <p:ph type="title"/>
          </p:nvPr>
        </p:nvSpPr>
        <p:spPr>
          <a:xfrm>
            <a:off x="513999" y="3802174"/>
            <a:ext cx="5830004" cy="4465484"/>
          </a:xfrm>
        </p:spPr>
        <p:txBody>
          <a:bodyPr anchor="b"/>
          <a:lstStyle>
            <a:lvl1pPr algn="ct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513999" y="8288595"/>
            <a:ext cx="5830004" cy="2027812"/>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C5DEC07-9C2B-431B-B124-5505BC2999F6}"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4023119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15" name="Title 1"/>
          <p:cNvSpPr>
            <a:spLocks noGrp="1"/>
          </p:cNvSpPr>
          <p:nvPr>
            <p:ph type="title"/>
          </p:nvPr>
        </p:nvSpPr>
        <p:spPr>
          <a:xfrm>
            <a:off x="513999" y="1083734"/>
            <a:ext cx="5830004" cy="28535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513998" y="4208165"/>
            <a:ext cx="1855674" cy="1024466"/>
          </a:xfrm>
        </p:spPr>
        <p:txBody>
          <a:bodyPr anchor="b">
            <a:noAutofit/>
          </a:bodyPr>
          <a:lstStyle>
            <a:lvl1pPr marL="0" indent="0" algn="ctr">
              <a:lnSpc>
                <a:spcPct val="7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513998" y="5232634"/>
            <a:ext cx="1855674" cy="506283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2504469" y="4208165"/>
            <a:ext cx="1851481" cy="1024466"/>
          </a:xfrm>
        </p:spPr>
        <p:txBody>
          <a:bodyPr anchor="b">
            <a:noAutofit/>
          </a:bodyPr>
          <a:lstStyle>
            <a:lvl1pPr marL="0" indent="0" algn="ctr">
              <a:lnSpc>
                <a:spcPct val="7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2498259" y="5232634"/>
            <a:ext cx="1858135" cy="506283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4484981" y="4208165"/>
            <a:ext cx="1859022" cy="1024466"/>
          </a:xfrm>
        </p:spPr>
        <p:txBody>
          <a:bodyPr anchor="b">
            <a:noAutofit/>
          </a:bodyPr>
          <a:lstStyle>
            <a:lvl1pPr marL="0" indent="0" algn="ctr">
              <a:lnSpc>
                <a:spcPct val="7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4484981" y="5232634"/>
            <a:ext cx="1859022" cy="506283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CC5DEC07-9C2B-431B-B124-5505BC2999F6}"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2919356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30" name="Title 1"/>
          <p:cNvSpPr>
            <a:spLocks noGrp="1"/>
          </p:cNvSpPr>
          <p:nvPr>
            <p:ph type="title"/>
          </p:nvPr>
        </p:nvSpPr>
        <p:spPr>
          <a:xfrm>
            <a:off x="513999" y="1085817"/>
            <a:ext cx="5830004" cy="2851417"/>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13999" y="7475235"/>
            <a:ext cx="1854230" cy="1024466"/>
          </a:xfrm>
        </p:spPr>
        <p:txBody>
          <a:bodyPr anchor="b">
            <a:noAutofit/>
          </a:bodyPr>
          <a:lstStyle>
            <a:lvl1pPr marL="0" indent="0" algn="ctr">
              <a:lnSpc>
                <a:spcPct val="7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513999" y="4208166"/>
            <a:ext cx="1854230" cy="2709333"/>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513999" y="8499702"/>
            <a:ext cx="1854230" cy="179576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2499052" y="7475235"/>
            <a:ext cx="1857278" cy="1024466"/>
          </a:xfrm>
        </p:spPr>
        <p:txBody>
          <a:bodyPr anchor="b">
            <a:noAutofit/>
          </a:bodyPr>
          <a:lstStyle>
            <a:lvl1pPr marL="0" indent="0" algn="ctr">
              <a:lnSpc>
                <a:spcPct val="7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2498258" y="4208166"/>
            <a:ext cx="1858136" cy="2709333"/>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2498258" y="8499701"/>
            <a:ext cx="1858136" cy="1795767"/>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4484981" y="7475235"/>
            <a:ext cx="1856633" cy="1024466"/>
          </a:xfrm>
        </p:spPr>
        <p:txBody>
          <a:bodyPr anchor="b">
            <a:noAutofit/>
          </a:bodyPr>
          <a:lstStyle>
            <a:lvl1pPr marL="0" indent="0" algn="ctr">
              <a:lnSpc>
                <a:spcPct val="7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4484981" y="4208166"/>
            <a:ext cx="1859022" cy="2709333"/>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4484910" y="8499697"/>
            <a:ext cx="1859093" cy="1795771"/>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CC5DEC07-9C2B-431B-B124-5505BC2999F6}"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17003762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513999" y="4208168"/>
            <a:ext cx="5830004" cy="60873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5DEC07-9C2B-431B-B124-5505BC2999F6}"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35607799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2" name="Vertical Title 1"/>
          <p:cNvSpPr>
            <a:spLocks noGrp="1"/>
          </p:cNvSpPr>
          <p:nvPr>
            <p:ph type="title" orient="vert"/>
          </p:nvPr>
        </p:nvSpPr>
        <p:spPr>
          <a:xfrm>
            <a:off x="4907757" y="1083738"/>
            <a:ext cx="1436246" cy="9211732"/>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513999" y="1083738"/>
            <a:ext cx="4308032" cy="9211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5DEC07-9C2B-431B-B124-5505BC2999F6}"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7F3A84-2183-4652-B409-FEEC87553EA5}" type="slidenum">
              <a:rPr lang="en-US" smtClean="0"/>
              <a:t>‹#›</a:t>
            </a:fld>
            <a:endParaRPr lang="en-US"/>
          </a:p>
        </p:txBody>
      </p:sp>
    </p:spTree>
    <p:extLst>
      <p:ext uri="{BB962C8B-B14F-4D97-AF65-F5344CB8AC3E}">
        <p14:creationId xmlns:p14="http://schemas.microsoft.com/office/powerpoint/2010/main" val="34071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1" y="-1"/>
            <a:ext cx="6858002" cy="1219200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513999" y="1099588"/>
            <a:ext cx="5830004" cy="283764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3999" y="4208168"/>
            <a:ext cx="5830004" cy="60873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319290" y="10459158"/>
            <a:ext cx="1543050" cy="649111"/>
          </a:xfrm>
          <a:prstGeom prst="rect">
            <a:avLst/>
          </a:prstGeom>
        </p:spPr>
        <p:txBody>
          <a:bodyPr vert="horz" lIns="91440" tIns="45720" rIns="91440" bIns="45720" rtlCol="0" anchor="ctr"/>
          <a:lstStyle>
            <a:lvl1pPr algn="r">
              <a:defRPr sz="750">
                <a:solidFill>
                  <a:schemeClr val="tx1"/>
                </a:solidFill>
              </a:defRPr>
            </a:lvl1pPr>
          </a:lstStyle>
          <a:p>
            <a:fld id="{CC5DEC07-9C2B-431B-B124-5505BC2999F6}" type="datetimeFigureOut">
              <a:rPr lang="en-US" smtClean="0"/>
              <a:t>12/16/2025</a:t>
            </a:fld>
            <a:endParaRPr lang="en-US"/>
          </a:p>
        </p:txBody>
      </p:sp>
      <p:sp>
        <p:nvSpPr>
          <p:cNvPr id="5" name="Footer Placeholder 4"/>
          <p:cNvSpPr>
            <a:spLocks noGrp="1"/>
          </p:cNvSpPr>
          <p:nvPr>
            <p:ph type="ftr" sz="quarter" idx="3"/>
          </p:nvPr>
        </p:nvSpPr>
        <p:spPr>
          <a:xfrm>
            <a:off x="513999" y="10459158"/>
            <a:ext cx="3753499" cy="649111"/>
          </a:xfrm>
          <a:prstGeom prst="rect">
            <a:avLst/>
          </a:prstGeom>
        </p:spPr>
        <p:txBody>
          <a:bodyPr vert="horz" lIns="91440" tIns="45720" rIns="91440" bIns="45720" rtlCol="0" anchor="ctr"/>
          <a:lstStyle>
            <a:lvl1pPr algn="l">
              <a:defRPr sz="750">
                <a:solidFill>
                  <a:schemeClr val="tx1"/>
                </a:solidFill>
              </a:defRPr>
            </a:lvl1pPr>
          </a:lstStyle>
          <a:p>
            <a:endParaRPr lang="en-US"/>
          </a:p>
        </p:txBody>
      </p:sp>
      <p:sp>
        <p:nvSpPr>
          <p:cNvPr id="6" name="Slide Number Placeholder 5"/>
          <p:cNvSpPr>
            <a:spLocks noGrp="1"/>
          </p:cNvSpPr>
          <p:nvPr>
            <p:ph type="sldNum" sz="quarter" idx="4"/>
          </p:nvPr>
        </p:nvSpPr>
        <p:spPr>
          <a:xfrm>
            <a:off x="5914132" y="10459158"/>
            <a:ext cx="429871" cy="649111"/>
          </a:xfrm>
          <a:prstGeom prst="rect">
            <a:avLst/>
          </a:prstGeom>
        </p:spPr>
        <p:txBody>
          <a:bodyPr vert="horz" lIns="91440" tIns="45720" rIns="91440" bIns="45720" rtlCol="0" anchor="ctr"/>
          <a:lstStyle>
            <a:lvl1pPr algn="r">
              <a:defRPr sz="750">
                <a:solidFill>
                  <a:schemeClr val="tx1"/>
                </a:solidFill>
              </a:defRPr>
            </a:lvl1pPr>
          </a:lstStyle>
          <a:p>
            <a:fld id="{B67F3A84-2183-4652-B409-FEEC87553EA5}" type="slidenum">
              <a:rPr lang="en-US" smtClean="0"/>
              <a:t>‹#›</a:t>
            </a:fld>
            <a:endParaRPr lang="en-US"/>
          </a:p>
        </p:txBody>
      </p:sp>
    </p:spTree>
    <p:extLst>
      <p:ext uri="{BB962C8B-B14F-4D97-AF65-F5344CB8AC3E}">
        <p14:creationId xmlns:p14="http://schemas.microsoft.com/office/powerpoint/2010/main" val="1666555179"/>
      </p:ext>
    </p:extLst>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 id="2147483902" r:id="rId13"/>
    <p:sldLayoutId id="2147483903" r:id="rId14"/>
    <p:sldLayoutId id="2147483904" r:id="rId15"/>
    <p:sldLayoutId id="2147483905" r:id="rId16"/>
    <p:sldLayoutId id="2147483906" r:id="rId17"/>
  </p:sldLayoutIdLst>
  <p:txStyles>
    <p:titleStyle>
      <a:lvl1pPr algn="ctr" defTabSz="685800" rtl="0" eaLnBrk="1" latinLnBrk="0" hangingPunct="1">
        <a:lnSpc>
          <a:spcPct val="90000"/>
        </a:lnSpc>
        <a:spcBef>
          <a:spcPct val="0"/>
        </a:spcBef>
        <a:buNone/>
        <a:defRPr sz="2700" kern="1200" cap="all" baseline="0">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tx1"/>
        </a:buClr>
        <a:buFont typeface="Arial" panose="020B0604020202020204" pitchFamily="34" charset="0"/>
        <a:buChar char="•"/>
        <a:defRPr sz="1500" kern="1200" cap="all" baseline="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tx1"/>
        </a:buClr>
        <a:buFont typeface="Arial" panose="020B0604020202020204" pitchFamily="34" charset="0"/>
        <a:buChar char="•"/>
        <a:defRPr sz="1350" kern="1200" cap="all"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tx1"/>
        </a:buClr>
        <a:buFont typeface="Arial" panose="020B0604020202020204" pitchFamily="34" charset="0"/>
        <a:buChar char="•"/>
        <a:defRPr sz="1200" kern="1200" cap="all" baseline="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A11C0-A404-8E6D-2B7E-CC0BD4B952CB}"/>
              </a:ext>
            </a:extLst>
          </p:cNvPr>
          <p:cNvSpPr>
            <a:spLocks noGrp="1"/>
          </p:cNvSpPr>
          <p:nvPr>
            <p:ph type="ctrTitle"/>
          </p:nvPr>
        </p:nvSpPr>
        <p:spPr>
          <a:xfrm>
            <a:off x="857250" y="4671957"/>
            <a:ext cx="5143500" cy="886507"/>
          </a:xfrm>
        </p:spPr>
        <p:txBody>
          <a:bodyPr>
            <a:normAutofit fontScale="90000"/>
            <a:scene3d>
              <a:camera prst="orthographicFront"/>
              <a:lightRig rig="threePt" dir="t"/>
            </a:scene3d>
            <a:sp3d extrusionH="57150">
              <a:bevelT w="82550" h="38100" prst="coolSlant"/>
            </a:sp3d>
          </a:bodyPr>
          <a:lstStyle/>
          <a:p>
            <a:r>
              <a:rPr lang="en-US" u="sng" dirty="0">
                <a:effectLst>
                  <a:innerShdw blurRad="114300">
                    <a:prstClr val="black"/>
                  </a:innerShdw>
                </a:effectLst>
                <a:latin typeface="Times New Roman" panose="02020603050405020304" pitchFamily="18" charset="0"/>
                <a:cs typeface="Times New Roman" panose="02020603050405020304" pitchFamily="18" charset="0"/>
              </a:rPr>
              <a:t>School fee </a:t>
            </a:r>
            <a:br>
              <a:rPr lang="en-US" u="sng" dirty="0">
                <a:effectLst>
                  <a:innerShdw blurRad="114300">
                    <a:prstClr val="black"/>
                  </a:innerShdw>
                </a:effectLst>
                <a:latin typeface="Times New Roman" panose="02020603050405020304" pitchFamily="18" charset="0"/>
                <a:cs typeface="Times New Roman" panose="02020603050405020304" pitchFamily="18" charset="0"/>
              </a:rPr>
            </a:br>
            <a:r>
              <a:rPr lang="en-US" u="sng" dirty="0">
                <a:effectLst>
                  <a:innerShdw blurRad="114300">
                    <a:prstClr val="black"/>
                  </a:innerShdw>
                </a:effectLst>
                <a:latin typeface="Times New Roman" panose="02020603050405020304" pitchFamily="18" charset="0"/>
                <a:cs typeface="Times New Roman" panose="02020603050405020304" pitchFamily="18" charset="0"/>
              </a:rPr>
              <a:t>management system</a:t>
            </a:r>
          </a:p>
        </p:txBody>
      </p:sp>
      <p:pic>
        <p:nvPicPr>
          <p:cNvPr id="4" name="Picture 3">
            <a:extLst>
              <a:ext uri="{FF2B5EF4-FFF2-40B4-BE49-F238E27FC236}">
                <a16:creationId xmlns:a16="http://schemas.microsoft.com/office/drawing/2014/main" id="{6ADE0F93-C240-B36B-F177-C8C6642615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7250" y="6287727"/>
            <a:ext cx="5294779" cy="144503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5" name="TextBox 4">
            <a:extLst>
              <a:ext uri="{FF2B5EF4-FFF2-40B4-BE49-F238E27FC236}">
                <a16:creationId xmlns:a16="http://schemas.microsoft.com/office/drawing/2014/main" id="{9E8D9241-F010-B0D7-6A93-79A00340386C}"/>
              </a:ext>
            </a:extLst>
          </p:cNvPr>
          <p:cNvSpPr txBox="1"/>
          <p:nvPr/>
        </p:nvSpPr>
        <p:spPr>
          <a:xfrm>
            <a:off x="1168809" y="1129550"/>
            <a:ext cx="5689191" cy="646331"/>
          </a:xfrm>
          <a:prstGeom prst="rect">
            <a:avLst/>
          </a:prstGeom>
          <a:noFill/>
        </p:spPr>
        <p:txBody>
          <a:bodyPr wrap="square">
            <a:spAutoFit/>
          </a:bodyPr>
          <a:lstStyle/>
          <a:p>
            <a:r>
              <a:rPr lang="en-US" sz="3600" u="sng" dirty="0">
                <a:effectLst>
                  <a:innerShdw blurRad="114300">
                    <a:prstClr val="black"/>
                  </a:innerShdw>
                </a:effectLst>
                <a:latin typeface="Times New Roman" panose="02020603050405020304" pitchFamily="18" charset="0"/>
                <a:cs typeface="Times New Roman" panose="02020603050405020304" pitchFamily="18" charset="0"/>
              </a:rPr>
              <a:t>COMPUTER PROJECT</a:t>
            </a:r>
            <a:endParaRPr lang="en-IN" sz="3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88D062A-A40D-15EC-979A-A29181CA715F}"/>
              </a:ext>
            </a:extLst>
          </p:cNvPr>
          <p:cNvSpPr txBox="1"/>
          <p:nvPr/>
        </p:nvSpPr>
        <p:spPr>
          <a:xfrm>
            <a:off x="1527686" y="8683248"/>
            <a:ext cx="5689191" cy="1569660"/>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NAME : ARNAB DEY</a:t>
            </a:r>
          </a:p>
          <a:p>
            <a:r>
              <a:rPr lang="en-US" sz="3200" dirty="0">
                <a:latin typeface="Times New Roman" panose="02020603050405020304" pitchFamily="18" charset="0"/>
                <a:cs typeface="Times New Roman" panose="02020603050405020304" pitchFamily="18" charset="0"/>
              </a:rPr>
              <a:t>ROLL NO : 21</a:t>
            </a:r>
          </a:p>
          <a:p>
            <a:r>
              <a:rPr lang="en-US" sz="3200" dirty="0">
                <a:latin typeface="Times New Roman" panose="02020603050405020304" pitchFamily="18" charset="0"/>
                <a:cs typeface="Times New Roman" panose="02020603050405020304" pitchFamily="18" charset="0"/>
              </a:rPr>
              <a:t>CLASS : 12B</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34909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invX="1"/>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grpId="1"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set>
                                          <p:cBhvr>
                                            <p:cTn id="7" dur="182" fill="hold">
                                              <p:stCondLst>
                                                <p:cond delay="0"/>
                                              </p:stCondLst>
                                            </p:cTn>
                                            <p:tgtEl>
                                              <p:spTgt spid="2"/>
                                            </p:tgtEl>
                                            <p:attrNameLst>
                                              <p:attrName>style.rotation</p:attrName>
                                            </p:attrNameLst>
                                          </p:cBhvr>
                                          <p:to>
                                            <p:strVal val="-45.0"/>
                                          </p:to>
                                        </p:set>
                                        <p:anim calcmode="lin" valueType="num">
                                          <p:cBhvr>
                                            <p:cTn id="8" dur="182" fill="hold">
                                              <p:stCondLst>
                                                <p:cond delay="182"/>
                                              </p:stCondLst>
                                            </p:cTn>
                                            <p:tgtEl>
                                              <p:spTgt spid="2"/>
                                            </p:tgtEl>
                                            <p:attrNameLst>
                                              <p:attrName>style.rotation</p:attrName>
                                            </p:attrNameLst>
                                          </p:cBhvr>
                                          <p:tavLst>
                                            <p:tav tm="0">
                                              <p:val>
                                                <p:fltVal val="-45"/>
                                              </p:val>
                                            </p:tav>
                                            <p:tav tm="69900">
                                              <p:val>
                                                <p:fltVal val="45"/>
                                              </p:val>
                                            </p:tav>
                                            <p:tav tm="100000">
                                              <p:val>
                                                <p:fltVal val="0"/>
                                              </p:val>
                                            </p:tav>
                                          </p:tavLst>
                                        </p:anim>
                                        <p:anim calcmode="lin" valueType="num">
                                          <p:cBhvr>
                                            <p:cTn id="9" dur="182" fill="hold">
                                              <p:stCondLst>
                                                <p:cond delay="0"/>
                                              </p:stCondLst>
                                            </p:cTn>
                                            <p:tgtEl>
                                              <p:spTgt spid="2"/>
                                            </p:tgtEl>
                                            <p:attrNameLst>
                                              <p:attrName>ppt_y</p:attrName>
                                            </p:attrNameLst>
                                          </p:cBhvr>
                                          <p:tavLst>
                                            <p:tav tm="0">
                                              <p:val>
                                                <p:strVal val="#ppt_y-1"/>
                                              </p:val>
                                            </p:tav>
                                            <p:tav tm="100000">
                                              <p:val>
                                                <p:strVal val="#ppt_y-(0.354*#ppt_w-0.172*#ppt_h)"/>
                                              </p:val>
                                            </p:tav>
                                          </p:tavLst>
                                        </p:anim>
                                        <p:anim calcmode="lin" valueType="num">
                                          <p:cBhvr>
                                            <p:cTn id="10" dur="62" decel="50000" autoRev="1" fill="hold">
                                              <p:stCondLst>
                                                <p:cond delay="182"/>
                                              </p:stCondLst>
                                            </p:cTn>
                                            <p:tgtEl>
                                              <p:spTgt spid="2"/>
                                            </p:tgtEl>
                                            <p:attrNameLst>
                                              <p:attrName>ppt_y</p:attrName>
                                            </p:attrNameLst>
                                          </p:cBhvr>
                                          <p:tavLst>
                                            <p:tav tm="0">
                                              <p:val>
                                                <p:strVal val="#ppt_y-(0.354*#ppt_w-0.172*#ppt_h)"/>
                                              </p:val>
                                            </p:tav>
                                            <p:tav tm="100000">
                                              <p:val>
                                                <p:strVal val="#ppt_y-(0.354*#ppt_w-0.172*#ppt_h)-#ppt_h/2"/>
                                              </p:val>
                                            </p:tav>
                                          </p:tavLst>
                                        </p:anim>
                                        <p:anim calcmode="lin" valueType="num">
                                          <p:cBhvr>
                                            <p:cTn id="11" dur="54" fill="hold">
                                              <p:stCondLst>
                                                <p:cond delay="346"/>
                                              </p:stCondLst>
                                            </p:cTn>
                                            <p:tgtEl>
                                              <p:spTgt spid="2"/>
                                            </p:tgtEl>
                                            <p:attrNameLst>
                                              <p:attrName>ppt_y</p:attrName>
                                            </p:attrNameLst>
                                          </p:cBhvr>
                                          <p:tavLst>
                                            <p:tav tm="0">
                                              <p:val>
                                                <p:strVal val="#ppt_y-(0.354*#ppt_w-0.172*#ppt_h)"/>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14:presetBounceEnd="60000">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14:bounceEnd="60000">
                                          <p:cBhvr additive="base">
                                            <p:cTn id="16" dur="5300" fill="hold"/>
                                            <p:tgtEl>
                                              <p:spTgt spid="4"/>
                                            </p:tgtEl>
                                            <p:attrNameLst>
                                              <p:attrName>ppt_x</p:attrName>
                                            </p:attrNameLst>
                                          </p:cBhvr>
                                          <p:tavLst>
                                            <p:tav tm="0">
                                              <p:val>
                                                <p:strVal val="0-#ppt_w/2"/>
                                              </p:val>
                                            </p:tav>
                                            <p:tav tm="100000">
                                              <p:val>
                                                <p:strVal val="#ppt_x"/>
                                              </p:val>
                                            </p:tav>
                                          </p:tavLst>
                                        </p:anim>
                                        <p:anim calcmode="lin" valueType="num" p14:bounceEnd="60000">
                                          <p:cBhvr additive="base">
                                            <p:cTn id="17" dur="53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xit" presetSubtype="1" fill="hold" grpId="2" nodeType="clickEffect">
                                      <p:stCondLst>
                                        <p:cond delay="0"/>
                                      </p:stCondLst>
                                      <p:iterate type="lt">
                                        <p:tmPct val="0"/>
                                      </p:iterate>
                                      <p:childTnLst>
                                        <p:anim calcmode="lin" valueType="num">
                                          <p:cBhvr additive="base">
                                            <p:cTn id="21" dur="500"/>
                                            <p:tgtEl>
                                              <p:spTgt spid="2"/>
                                            </p:tgtEl>
                                            <p:attrNameLst>
                                              <p:attrName>ppt_x</p:attrName>
                                            </p:attrNameLst>
                                          </p:cBhvr>
                                          <p:tavLst>
                                            <p:tav tm="0">
                                              <p:val>
                                                <p:strVal val="ppt_x"/>
                                              </p:val>
                                            </p:tav>
                                            <p:tav tm="100000">
                                              <p:val>
                                                <p:strVal val="ppt_x"/>
                                              </p:val>
                                            </p:tav>
                                          </p:tavLst>
                                        </p:anim>
                                        <p:anim calcmode="lin" valueType="num">
                                          <p:cBhvr additive="base">
                                            <p:cTn id="22" dur="500"/>
                                            <p:tgtEl>
                                              <p:spTgt spid="2"/>
                                            </p:tgtEl>
                                            <p:attrNameLst>
                                              <p:attrName>ppt_y</p:attrName>
                                            </p:attrNameLst>
                                          </p:cBhvr>
                                          <p:tavLst>
                                            <p:tav tm="0">
                                              <p:val>
                                                <p:strVal val="ppt_y"/>
                                              </p:val>
                                            </p:tav>
                                            <p:tav tm="100000">
                                              <p:val>
                                                <p:strVal val="0-ppt_h/2"/>
                                              </p:val>
                                            </p:tav>
                                          </p:tavLst>
                                        </p:anim>
                                        <p:set>
                                          <p:cBhvr>
                                            <p:cTn id="23" dur="1" fill="hold">
                                              <p:stCondLst>
                                                <p:cond delay="499"/>
                                              </p:stCondLst>
                                            </p:cTn>
                                            <p:tgtEl>
                                              <p:spTgt spid="2"/>
                                            </p:tgtEl>
                                            <p:attrNameLst>
                                              <p:attrName>style.visibility</p:attrName>
                                            </p:attrNameLst>
                                          </p:cBhvr>
                                          <p:to>
                                            <p:strVal val="hidden"/>
                                          </p:to>
                                        </p:set>
                                      </p:childTnLst>
                                    </p:cTn>
                                  </p:par>
                                </p:childTnLst>
                              </p:cTn>
                            </p:par>
                            <p:par>
                              <p:cTn id="24" fill="hold">
                                <p:stCondLst>
                                  <p:cond delay="500"/>
                                </p:stCondLst>
                                <p:childTnLst>
                                  <p:par>
                                    <p:cTn id="25" presetID="2" presetClass="exit" presetSubtype="8" fill="hold" nodeType="afterEffect">
                                      <p:stCondLst>
                                        <p:cond delay="0"/>
                                      </p:stCondLst>
                                      <p:childTnLst>
                                        <p:anim calcmode="lin" valueType="num">
                                          <p:cBhvr additive="base">
                                            <p:cTn id="26" dur="500"/>
                                            <p:tgtEl>
                                              <p:spTgt spid="4"/>
                                            </p:tgtEl>
                                            <p:attrNameLst>
                                              <p:attrName>ppt_x</p:attrName>
                                            </p:attrNameLst>
                                          </p:cBhvr>
                                          <p:tavLst>
                                            <p:tav tm="0">
                                              <p:val>
                                                <p:strVal val="ppt_x"/>
                                              </p:val>
                                            </p:tav>
                                            <p:tav tm="100000">
                                              <p:val>
                                                <p:strVal val="0-ppt_w/2"/>
                                              </p:val>
                                            </p:tav>
                                          </p:tavLst>
                                        </p:anim>
                                        <p:anim calcmode="lin" valueType="num">
                                          <p:cBhvr additive="base">
                                            <p:cTn id="27" dur="500"/>
                                            <p:tgtEl>
                                              <p:spTgt spid="4"/>
                                            </p:tgtEl>
                                            <p:attrNameLst>
                                              <p:attrName>ppt_y</p:attrName>
                                            </p:attrNameLst>
                                          </p:cBhvr>
                                          <p:tavLst>
                                            <p:tav tm="0">
                                              <p:val>
                                                <p:strVal val="ppt_y"/>
                                              </p:val>
                                            </p:tav>
                                            <p:tav tm="100000">
                                              <p:val>
                                                <p:strVal val="ppt_y"/>
                                              </p:val>
                                            </p:tav>
                                          </p:tavLst>
                                        </p:anim>
                                        <p:set>
                                          <p:cBhvr>
                                            <p:cTn id="28"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P spid="2" grpId="2"/>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grpId="1"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set>
                                          <p:cBhvr>
                                            <p:cTn id="7" dur="182" fill="hold">
                                              <p:stCondLst>
                                                <p:cond delay="0"/>
                                              </p:stCondLst>
                                            </p:cTn>
                                            <p:tgtEl>
                                              <p:spTgt spid="2"/>
                                            </p:tgtEl>
                                            <p:attrNameLst>
                                              <p:attrName>style.rotation</p:attrName>
                                            </p:attrNameLst>
                                          </p:cBhvr>
                                          <p:to>
                                            <p:strVal val="-45.0"/>
                                          </p:to>
                                        </p:set>
                                        <p:anim calcmode="lin" valueType="num">
                                          <p:cBhvr>
                                            <p:cTn id="8" dur="182" fill="hold">
                                              <p:stCondLst>
                                                <p:cond delay="182"/>
                                              </p:stCondLst>
                                            </p:cTn>
                                            <p:tgtEl>
                                              <p:spTgt spid="2"/>
                                            </p:tgtEl>
                                            <p:attrNameLst>
                                              <p:attrName>style.rotation</p:attrName>
                                            </p:attrNameLst>
                                          </p:cBhvr>
                                          <p:tavLst>
                                            <p:tav tm="0">
                                              <p:val>
                                                <p:fltVal val="-45"/>
                                              </p:val>
                                            </p:tav>
                                            <p:tav tm="69900">
                                              <p:val>
                                                <p:fltVal val="45"/>
                                              </p:val>
                                            </p:tav>
                                            <p:tav tm="100000">
                                              <p:val>
                                                <p:fltVal val="0"/>
                                              </p:val>
                                            </p:tav>
                                          </p:tavLst>
                                        </p:anim>
                                        <p:anim calcmode="lin" valueType="num">
                                          <p:cBhvr>
                                            <p:cTn id="9" dur="182" fill="hold">
                                              <p:stCondLst>
                                                <p:cond delay="0"/>
                                              </p:stCondLst>
                                            </p:cTn>
                                            <p:tgtEl>
                                              <p:spTgt spid="2"/>
                                            </p:tgtEl>
                                            <p:attrNameLst>
                                              <p:attrName>ppt_y</p:attrName>
                                            </p:attrNameLst>
                                          </p:cBhvr>
                                          <p:tavLst>
                                            <p:tav tm="0">
                                              <p:val>
                                                <p:strVal val="#ppt_y-1"/>
                                              </p:val>
                                            </p:tav>
                                            <p:tav tm="100000">
                                              <p:val>
                                                <p:strVal val="#ppt_y-(0.354*#ppt_w-0.172*#ppt_h)"/>
                                              </p:val>
                                            </p:tav>
                                          </p:tavLst>
                                        </p:anim>
                                        <p:anim calcmode="lin" valueType="num">
                                          <p:cBhvr>
                                            <p:cTn id="10" dur="62" decel="50000" autoRev="1" fill="hold">
                                              <p:stCondLst>
                                                <p:cond delay="182"/>
                                              </p:stCondLst>
                                            </p:cTn>
                                            <p:tgtEl>
                                              <p:spTgt spid="2"/>
                                            </p:tgtEl>
                                            <p:attrNameLst>
                                              <p:attrName>ppt_y</p:attrName>
                                            </p:attrNameLst>
                                          </p:cBhvr>
                                          <p:tavLst>
                                            <p:tav tm="0">
                                              <p:val>
                                                <p:strVal val="#ppt_y-(0.354*#ppt_w-0.172*#ppt_h)"/>
                                              </p:val>
                                            </p:tav>
                                            <p:tav tm="100000">
                                              <p:val>
                                                <p:strVal val="#ppt_y-(0.354*#ppt_w-0.172*#ppt_h)-#ppt_h/2"/>
                                              </p:val>
                                            </p:tav>
                                          </p:tavLst>
                                        </p:anim>
                                        <p:anim calcmode="lin" valueType="num">
                                          <p:cBhvr>
                                            <p:cTn id="11" dur="54" fill="hold">
                                              <p:stCondLst>
                                                <p:cond delay="346"/>
                                              </p:stCondLst>
                                            </p:cTn>
                                            <p:tgtEl>
                                              <p:spTgt spid="2"/>
                                            </p:tgtEl>
                                            <p:attrNameLst>
                                              <p:attrName>ppt_y</p:attrName>
                                            </p:attrNameLst>
                                          </p:cBhvr>
                                          <p:tavLst>
                                            <p:tav tm="0">
                                              <p:val>
                                                <p:strVal val="#ppt_y-(0.354*#ppt_w-0.172*#ppt_h)"/>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300" fill="hold"/>
                                            <p:tgtEl>
                                              <p:spTgt spid="4"/>
                                            </p:tgtEl>
                                            <p:attrNameLst>
                                              <p:attrName>ppt_x</p:attrName>
                                            </p:attrNameLst>
                                          </p:cBhvr>
                                          <p:tavLst>
                                            <p:tav tm="0">
                                              <p:val>
                                                <p:strVal val="0-#ppt_w/2"/>
                                              </p:val>
                                            </p:tav>
                                            <p:tav tm="100000">
                                              <p:val>
                                                <p:strVal val="#ppt_x"/>
                                              </p:val>
                                            </p:tav>
                                          </p:tavLst>
                                        </p:anim>
                                        <p:anim calcmode="lin" valueType="num">
                                          <p:cBhvr additive="base">
                                            <p:cTn id="17" dur="53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xit" presetSubtype="1" fill="hold" grpId="2" nodeType="clickEffect">
                                      <p:stCondLst>
                                        <p:cond delay="0"/>
                                      </p:stCondLst>
                                      <p:iterate type="lt">
                                        <p:tmPct val="0"/>
                                      </p:iterate>
                                      <p:childTnLst>
                                        <p:anim calcmode="lin" valueType="num">
                                          <p:cBhvr additive="base">
                                            <p:cTn id="21" dur="500"/>
                                            <p:tgtEl>
                                              <p:spTgt spid="2"/>
                                            </p:tgtEl>
                                            <p:attrNameLst>
                                              <p:attrName>ppt_x</p:attrName>
                                            </p:attrNameLst>
                                          </p:cBhvr>
                                          <p:tavLst>
                                            <p:tav tm="0">
                                              <p:val>
                                                <p:strVal val="ppt_x"/>
                                              </p:val>
                                            </p:tav>
                                            <p:tav tm="100000">
                                              <p:val>
                                                <p:strVal val="ppt_x"/>
                                              </p:val>
                                            </p:tav>
                                          </p:tavLst>
                                        </p:anim>
                                        <p:anim calcmode="lin" valueType="num">
                                          <p:cBhvr additive="base">
                                            <p:cTn id="22" dur="500"/>
                                            <p:tgtEl>
                                              <p:spTgt spid="2"/>
                                            </p:tgtEl>
                                            <p:attrNameLst>
                                              <p:attrName>ppt_y</p:attrName>
                                            </p:attrNameLst>
                                          </p:cBhvr>
                                          <p:tavLst>
                                            <p:tav tm="0">
                                              <p:val>
                                                <p:strVal val="ppt_y"/>
                                              </p:val>
                                            </p:tav>
                                            <p:tav tm="100000">
                                              <p:val>
                                                <p:strVal val="0-ppt_h/2"/>
                                              </p:val>
                                            </p:tav>
                                          </p:tavLst>
                                        </p:anim>
                                        <p:set>
                                          <p:cBhvr>
                                            <p:cTn id="23" dur="1" fill="hold">
                                              <p:stCondLst>
                                                <p:cond delay="499"/>
                                              </p:stCondLst>
                                            </p:cTn>
                                            <p:tgtEl>
                                              <p:spTgt spid="2"/>
                                            </p:tgtEl>
                                            <p:attrNameLst>
                                              <p:attrName>style.visibility</p:attrName>
                                            </p:attrNameLst>
                                          </p:cBhvr>
                                          <p:to>
                                            <p:strVal val="hidden"/>
                                          </p:to>
                                        </p:set>
                                      </p:childTnLst>
                                    </p:cTn>
                                  </p:par>
                                </p:childTnLst>
                              </p:cTn>
                            </p:par>
                            <p:par>
                              <p:cTn id="24" fill="hold">
                                <p:stCondLst>
                                  <p:cond delay="500"/>
                                </p:stCondLst>
                                <p:childTnLst>
                                  <p:par>
                                    <p:cTn id="25" presetID="2" presetClass="exit" presetSubtype="8" fill="hold" nodeType="afterEffect">
                                      <p:stCondLst>
                                        <p:cond delay="0"/>
                                      </p:stCondLst>
                                      <p:childTnLst>
                                        <p:anim calcmode="lin" valueType="num">
                                          <p:cBhvr additive="base">
                                            <p:cTn id="26" dur="500"/>
                                            <p:tgtEl>
                                              <p:spTgt spid="4"/>
                                            </p:tgtEl>
                                            <p:attrNameLst>
                                              <p:attrName>ppt_x</p:attrName>
                                            </p:attrNameLst>
                                          </p:cBhvr>
                                          <p:tavLst>
                                            <p:tav tm="0">
                                              <p:val>
                                                <p:strVal val="ppt_x"/>
                                              </p:val>
                                            </p:tav>
                                            <p:tav tm="100000">
                                              <p:val>
                                                <p:strVal val="0-ppt_w/2"/>
                                              </p:val>
                                            </p:tav>
                                          </p:tavLst>
                                        </p:anim>
                                        <p:anim calcmode="lin" valueType="num">
                                          <p:cBhvr additive="base">
                                            <p:cTn id="27" dur="500"/>
                                            <p:tgtEl>
                                              <p:spTgt spid="4"/>
                                            </p:tgtEl>
                                            <p:attrNameLst>
                                              <p:attrName>ppt_y</p:attrName>
                                            </p:attrNameLst>
                                          </p:cBhvr>
                                          <p:tavLst>
                                            <p:tav tm="0">
                                              <p:val>
                                                <p:strVal val="ppt_y"/>
                                              </p:val>
                                            </p:tav>
                                            <p:tav tm="100000">
                                              <p:val>
                                                <p:strVal val="ppt_y"/>
                                              </p:val>
                                            </p:tav>
                                          </p:tavLst>
                                        </p:anim>
                                        <p:set>
                                          <p:cBhvr>
                                            <p:cTn id="28"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P spid="2" grpId="2"/>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B230F-4EC3-EA62-6C09-89AF190C7BA5}"/>
              </a:ext>
            </a:extLst>
          </p:cNvPr>
          <p:cNvSpPr>
            <a:spLocks noGrp="1"/>
          </p:cNvSpPr>
          <p:nvPr>
            <p:ph type="title"/>
          </p:nvPr>
        </p:nvSpPr>
        <p:spPr>
          <a:xfrm>
            <a:off x="516889" y="1232323"/>
            <a:ext cx="5830004" cy="2837648"/>
          </a:xfrm>
        </p:spPr>
        <p:txBody>
          <a:bodyPr>
            <a:normAutofit/>
          </a:bodyPr>
          <a:lstStyle/>
          <a:p>
            <a:r>
              <a:rPr lang="en-US" sz="3200" u="sng" dirty="0"/>
              <a:t>CERTIFICATE</a:t>
            </a:r>
          </a:p>
        </p:txBody>
      </p:sp>
      <p:sp>
        <p:nvSpPr>
          <p:cNvPr id="6" name="Rectangle 5">
            <a:extLst>
              <a:ext uri="{FF2B5EF4-FFF2-40B4-BE49-F238E27FC236}">
                <a16:creationId xmlns:a16="http://schemas.microsoft.com/office/drawing/2014/main" id="{92B7B65A-D6A3-1F56-681A-E4F561FBEFD3}"/>
              </a:ext>
            </a:extLst>
          </p:cNvPr>
          <p:cNvSpPr/>
          <p:nvPr/>
        </p:nvSpPr>
        <p:spPr>
          <a:xfrm>
            <a:off x="577898" y="3625652"/>
            <a:ext cx="5702203" cy="2677656"/>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Certified that this is a Bonafide project work </a:t>
            </a:r>
          </a:p>
          <a:p>
            <a:pPr algn="ctr"/>
            <a:r>
              <a:rPr lang="en-US" sz="2400" dirty="0">
                <a:ln w="0"/>
                <a:effectLst>
                  <a:outerShdw blurRad="38100" dist="19050" dir="2700000" algn="tl" rotWithShape="0">
                    <a:schemeClr val="dk1">
                      <a:alpha val="40000"/>
                    </a:schemeClr>
                  </a:outerShdw>
                </a:effectLst>
              </a:rPr>
              <a:t>done by </a:t>
            </a:r>
          </a:p>
          <a:p>
            <a:pPr algn="ctr"/>
            <a:r>
              <a:rPr lang="en-US" sz="2400" u="sng" dirty="0">
                <a:ln w="0"/>
                <a:effectLst>
                  <a:outerShdw blurRad="38100" dist="19050" dir="2700000" algn="tl" rotWithShape="0">
                    <a:schemeClr val="dk1">
                      <a:alpha val="40000"/>
                    </a:schemeClr>
                  </a:outerShdw>
                </a:effectLst>
              </a:rPr>
              <a:t>Arnab Dey</a:t>
            </a:r>
            <a:r>
              <a:rPr lang="en-US" sz="2400" dirty="0">
                <a:ln w="0"/>
                <a:effectLst>
                  <a:outerShdw blurRad="38100" dist="19050" dir="2700000" algn="tl" rotWithShape="0">
                    <a:schemeClr val="dk1">
                      <a:alpha val="40000"/>
                    </a:schemeClr>
                  </a:outerShdw>
                </a:effectLst>
              </a:rPr>
              <a:t> </a:t>
            </a:r>
          </a:p>
          <a:p>
            <a:pPr algn="ctr"/>
            <a:r>
              <a:rPr lang="en-US" sz="2400" u="sng" dirty="0">
                <a:ln w="0"/>
                <a:effectLst>
                  <a:outerShdw blurRad="38100" dist="19050" dir="2700000" algn="tl" rotWithShape="0">
                    <a:schemeClr val="dk1">
                      <a:alpha val="40000"/>
                    </a:schemeClr>
                  </a:outerShdw>
                </a:effectLst>
              </a:rPr>
              <a:t>Roll No.21</a:t>
            </a:r>
            <a:r>
              <a:rPr lang="en-US" sz="2400" b="0" cap="none" spc="0" dirty="0">
                <a:ln w="0"/>
                <a:solidFill>
                  <a:schemeClr val="tx1"/>
                </a:solidFill>
                <a:effectLst>
                  <a:outerShdw blurRad="38100" dist="19050" dir="2700000" algn="tl" rotWithShape="0">
                    <a:schemeClr val="dk1">
                      <a:alpha val="40000"/>
                    </a:schemeClr>
                  </a:outerShdw>
                </a:effectLst>
              </a:rPr>
              <a:t>Of class </a:t>
            </a:r>
            <a:r>
              <a:rPr lang="en-US" sz="2400" b="0" u="sng" cap="none" spc="0" dirty="0">
                <a:ln w="0"/>
                <a:solidFill>
                  <a:schemeClr val="tx1"/>
                </a:solidFill>
                <a:effectLst>
                  <a:outerShdw blurRad="38100" dist="19050" dir="2700000" algn="tl" rotWithShape="0">
                    <a:schemeClr val="dk1">
                      <a:alpha val="40000"/>
                    </a:schemeClr>
                  </a:outerShdw>
                </a:effectLst>
              </a:rPr>
              <a:t>XIIB</a:t>
            </a:r>
            <a:r>
              <a:rPr lang="en-US" sz="2400" b="0" cap="none" spc="0" dirty="0">
                <a:ln w="0"/>
                <a:solidFill>
                  <a:schemeClr val="tx1"/>
                </a:solidFill>
                <a:effectLst>
                  <a:outerShdw blurRad="38100" dist="19050" dir="2700000" algn="tl" rotWithShape="0">
                    <a:schemeClr val="dk1">
                      <a:alpha val="40000"/>
                    </a:schemeClr>
                  </a:outerShdw>
                </a:effectLst>
              </a:rPr>
              <a:t> </a:t>
            </a:r>
          </a:p>
          <a:p>
            <a:pPr algn="ctr"/>
            <a:r>
              <a:rPr lang="en-US" sz="2400" b="0" cap="none" spc="0" dirty="0" err="1">
                <a:ln w="0"/>
                <a:solidFill>
                  <a:schemeClr val="tx1"/>
                </a:solidFill>
                <a:effectLst>
                  <a:outerShdw blurRad="38100" dist="19050" dir="2700000" algn="tl" rotWithShape="0">
                    <a:schemeClr val="dk1">
                      <a:alpha val="40000"/>
                    </a:schemeClr>
                  </a:outerShdw>
                </a:effectLst>
              </a:rPr>
              <a:t>kendriya</a:t>
            </a:r>
            <a:r>
              <a:rPr lang="en-US" sz="2400" b="0" cap="none" spc="0" dirty="0">
                <a:ln w="0"/>
                <a:solidFill>
                  <a:schemeClr val="tx1"/>
                </a:solidFill>
                <a:effectLst>
                  <a:outerShdw blurRad="38100" dist="19050" dir="2700000" algn="tl" rotWithShape="0">
                    <a:schemeClr val="dk1">
                      <a:alpha val="40000"/>
                    </a:schemeClr>
                  </a:outerShdw>
                </a:effectLst>
              </a:rPr>
              <a:t> Vidyalaya No 2,</a:t>
            </a:r>
          </a:p>
          <a:p>
            <a:pPr algn="ctr"/>
            <a:r>
              <a:rPr lang="en-US" sz="2400" b="0" cap="none" spc="0" dirty="0" err="1">
                <a:ln w="0"/>
                <a:solidFill>
                  <a:schemeClr val="tx1"/>
                </a:solidFill>
                <a:effectLst>
                  <a:outerShdw blurRad="38100" dist="19050" dir="2700000" algn="tl" rotWithShape="0">
                    <a:schemeClr val="dk1">
                      <a:alpha val="40000"/>
                    </a:schemeClr>
                  </a:outerShdw>
                </a:effectLst>
              </a:rPr>
              <a:t>Nausenabaugh,Visakhpatnam</a:t>
            </a:r>
            <a:r>
              <a:rPr lang="en-US" sz="2400" b="0" cap="none" spc="0" dirty="0">
                <a:ln w="0"/>
                <a:solidFill>
                  <a:schemeClr val="tx1"/>
                </a:solidFill>
                <a:effectLst>
                  <a:outerShdw blurRad="38100" dist="19050" dir="2700000" algn="tl" rotWithShape="0">
                    <a:schemeClr val="dk1">
                      <a:alpha val="40000"/>
                    </a:schemeClr>
                  </a:outerShdw>
                </a:effectLst>
              </a:rPr>
              <a:t> during the </a:t>
            </a:r>
          </a:p>
          <a:p>
            <a:pPr algn="ctr"/>
            <a:r>
              <a:rPr lang="en-US" sz="2400" b="0" cap="none" spc="0" dirty="0">
                <a:ln w="0"/>
                <a:solidFill>
                  <a:schemeClr val="tx1"/>
                </a:solidFill>
                <a:effectLst>
                  <a:outerShdw blurRad="38100" dist="19050" dir="2700000" algn="tl" rotWithShape="0">
                    <a:schemeClr val="dk1">
                      <a:alpha val="40000"/>
                    </a:schemeClr>
                  </a:outerShdw>
                </a:effectLst>
              </a:rPr>
              <a:t>academic year 2025-2026</a:t>
            </a:r>
          </a:p>
        </p:txBody>
      </p:sp>
      <p:sp>
        <p:nvSpPr>
          <p:cNvPr id="7" name="Rectangle 6">
            <a:extLst>
              <a:ext uri="{FF2B5EF4-FFF2-40B4-BE49-F238E27FC236}">
                <a16:creationId xmlns:a16="http://schemas.microsoft.com/office/drawing/2014/main" id="{1886D9FB-00C9-AD92-C03D-C642A1A64D74}"/>
              </a:ext>
            </a:extLst>
          </p:cNvPr>
          <p:cNvSpPr/>
          <p:nvPr/>
        </p:nvSpPr>
        <p:spPr>
          <a:xfrm>
            <a:off x="215340" y="8499423"/>
            <a:ext cx="2482890" cy="461665"/>
          </a:xfrm>
          <a:prstGeom prst="rect">
            <a:avLst/>
          </a:prstGeom>
          <a:noFill/>
        </p:spPr>
        <p:txBody>
          <a:bodyPr wrap="square" lIns="91440" tIns="45720" rIns="91440" bIns="45720">
            <a:spAutoFit/>
          </a:bodyPr>
          <a:lstStyle/>
          <a:p>
            <a:pPr algn="ctr"/>
            <a:r>
              <a:rPr lang="en-US" sz="2400" u="sng" dirty="0">
                <a:ln w="0"/>
                <a:effectLst>
                  <a:outerShdw blurRad="38100" dist="19050" dir="2700000" algn="tl" rotWithShape="0">
                    <a:schemeClr val="dk1">
                      <a:alpha val="40000"/>
                    </a:schemeClr>
                  </a:outerShdw>
                </a:effectLst>
              </a:rPr>
              <a:t>Computer Teacher</a:t>
            </a:r>
            <a:endParaRPr lang="en-US" sz="2400" b="0" u="sng"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6153055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1"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52622-BD8F-AC9A-1875-1698EEA46B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8E662-C6FC-4787-F3CF-969D7D9037BF}"/>
              </a:ext>
            </a:extLst>
          </p:cNvPr>
          <p:cNvSpPr>
            <a:spLocks noGrp="1"/>
          </p:cNvSpPr>
          <p:nvPr>
            <p:ph type="title"/>
          </p:nvPr>
        </p:nvSpPr>
        <p:spPr>
          <a:xfrm>
            <a:off x="516889" y="1232323"/>
            <a:ext cx="5830004" cy="2837648"/>
          </a:xfrm>
        </p:spPr>
        <p:txBody>
          <a:bodyPr>
            <a:normAutofit/>
          </a:bodyPr>
          <a:lstStyle/>
          <a:p>
            <a:r>
              <a:rPr lang="en-IN" sz="3200" u="sng" dirty="0"/>
              <a:t>ACKNOWLEDGEMENT</a:t>
            </a:r>
            <a:endParaRPr lang="en-US" sz="3200" u="sng" dirty="0"/>
          </a:p>
        </p:txBody>
      </p:sp>
      <p:sp>
        <p:nvSpPr>
          <p:cNvPr id="6" name="Rectangle 5">
            <a:extLst>
              <a:ext uri="{FF2B5EF4-FFF2-40B4-BE49-F238E27FC236}">
                <a16:creationId xmlns:a16="http://schemas.microsoft.com/office/drawing/2014/main" id="{C2DFED22-CF16-7DCF-9CD9-1C9079ACFACF}"/>
              </a:ext>
            </a:extLst>
          </p:cNvPr>
          <p:cNvSpPr/>
          <p:nvPr/>
        </p:nvSpPr>
        <p:spPr>
          <a:xfrm>
            <a:off x="340568" y="3817382"/>
            <a:ext cx="6176863" cy="3785652"/>
          </a:xfrm>
          <a:prstGeom prst="rect">
            <a:avLst/>
          </a:prstGeom>
          <a:noFill/>
        </p:spPr>
        <p:txBody>
          <a:bodyPr wrap="square" lIns="91440" tIns="45720" rIns="91440" bIns="45720">
            <a:spAutoFit/>
          </a:bodyPr>
          <a:lstStyle/>
          <a:p>
            <a:r>
              <a:rPr lang="en-US" sz="2400" dirty="0"/>
              <a:t>I would like to thank my Computer teacher </a:t>
            </a:r>
            <a:r>
              <a:rPr lang="en-US" sz="2400" b="1" dirty="0"/>
              <a:t>PRASANTHI MAM</a:t>
            </a:r>
            <a:r>
              <a:rPr lang="en-US" sz="2400" dirty="0"/>
              <a:t> for the guidance that he provided me in this project. His knowledge has provided me with great help.</a:t>
            </a:r>
          </a:p>
          <a:p>
            <a:r>
              <a:rPr lang="en-US" sz="2400" dirty="0"/>
              <a:t>I would like to thank our </a:t>
            </a:r>
            <a:r>
              <a:rPr lang="en-US" sz="2400" b="1" dirty="0"/>
              <a:t>Principal Sir</a:t>
            </a:r>
            <a:r>
              <a:rPr lang="en-US" sz="2400" dirty="0"/>
              <a:t> for all the resources that he provided for this project.</a:t>
            </a:r>
          </a:p>
          <a:p>
            <a:r>
              <a:rPr lang="en-US" sz="2400" dirty="0"/>
              <a:t>I also thank my </a:t>
            </a:r>
            <a:r>
              <a:rPr lang="en-US" sz="2400" b="1" dirty="0"/>
              <a:t>parents</a:t>
            </a:r>
            <a:r>
              <a:rPr lang="en-US" sz="2400" dirty="0"/>
              <a:t> for the support and motivation that they have provided; without them, I would not have been successful in making this project.</a:t>
            </a:r>
          </a:p>
        </p:txBody>
      </p:sp>
    </p:spTree>
    <p:extLst>
      <p:ext uri="{BB962C8B-B14F-4D97-AF65-F5344CB8AC3E}">
        <p14:creationId xmlns:p14="http://schemas.microsoft.com/office/powerpoint/2010/main" val="22593000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FD880-148A-5F5A-71E7-140A687A08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C89BBE-A549-A45F-4A48-BC4517849EC8}"/>
              </a:ext>
            </a:extLst>
          </p:cNvPr>
          <p:cNvSpPr>
            <a:spLocks noGrp="1"/>
          </p:cNvSpPr>
          <p:nvPr>
            <p:ph type="title"/>
          </p:nvPr>
        </p:nvSpPr>
        <p:spPr>
          <a:xfrm>
            <a:off x="516889" y="1232323"/>
            <a:ext cx="5830004" cy="2837648"/>
          </a:xfrm>
        </p:spPr>
        <p:txBody>
          <a:bodyPr>
            <a:normAutofit/>
          </a:bodyPr>
          <a:lstStyle/>
          <a:p>
            <a:r>
              <a:rPr lang="en-IN" sz="3200" u="sng" dirty="0"/>
              <a:t>INDEX</a:t>
            </a:r>
            <a:endParaRPr lang="en-US" sz="3200" u="sng" dirty="0"/>
          </a:p>
        </p:txBody>
      </p:sp>
      <p:sp>
        <p:nvSpPr>
          <p:cNvPr id="3" name="Title 1">
            <a:extLst>
              <a:ext uri="{FF2B5EF4-FFF2-40B4-BE49-F238E27FC236}">
                <a16:creationId xmlns:a16="http://schemas.microsoft.com/office/drawing/2014/main" id="{3596F099-9145-1539-9E4D-869B85B303E4}"/>
              </a:ext>
            </a:extLst>
          </p:cNvPr>
          <p:cNvSpPr txBox="1">
            <a:spLocks/>
          </p:cNvSpPr>
          <p:nvPr/>
        </p:nvSpPr>
        <p:spPr>
          <a:xfrm>
            <a:off x="513998" y="4677176"/>
            <a:ext cx="5830004" cy="2837648"/>
          </a:xfrm>
          <a:prstGeom prst="rect">
            <a:avLst/>
          </a:prstGeom>
        </p:spPr>
        <p:txBody>
          <a:bodyPr vert="horz" lIns="91440" tIns="45720" rIns="91440" bIns="45720" rtlCol="0" anchor="ctr">
            <a:normAutofit/>
          </a:bodyPr>
          <a:lstStyle>
            <a:lvl1pPr algn="ctr" defTabSz="685800" rtl="0" eaLnBrk="1" latinLnBrk="0" hangingPunct="1">
              <a:lnSpc>
                <a:spcPct val="90000"/>
              </a:lnSpc>
              <a:spcBef>
                <a:spcPct val="0"/>
              </a:spcBef>
              <a:buNone/>
              <a:defRPr sz="2700" kern="1200" cap="all" baseline="0">
                <a:solidFill>
                  <a:schemeClr val="tx1"/>
                </a:solidFill>
                <a:effectLst/>
                <a:latin typeface="+mj-lt"/>
                <a:ea typeface="+mj-ea"/>
                <a:cs typeface="+mj-cs"/>
              </a:defRPr>
            </a:lvl1pPr>
          </a:lstStyle>
          <a:p>
            <a:endParaRPr lang="en-US" sz="3200" u="sng" dirty="0"/>
          </a:p>
        </p:txBody>
      </p:sp>
      <p:sp>
        <p:nvSpPr>
          <p:cNvPr id="4" name="Title 1">
            <a:extLst>
              <a:ext uri="{FF2B5EF4-FFF2-40B4-BE49-F238E27FC236}">
                <a16:creationId xmlns:a16="http://schemas.microsoft.com/office/drawing/2014/main" id="{C17D8F13-8A9A-EE0F-73D7-9B533999E46F}"/>
              </a:ext>
            </a:extLst>
          </p:cNvPr>
          <p:cNvSpPr txBox="1">
            <a:spLocks/>
          </p:cNvSpPr>
          <p:nvPr/>
        </p:nvSpPr>
        <p:spPr>
          <a:xfrm>
            <a:off x="112900" y="3806146"/>
            <a:ext cx="5830004" cy="527650"/>
          </a:xfrm>
          <a:prstGeom prst="rect">
            <a:avLst/>
          </a:prstGeom>
        </p:spPr>
        <p:txBody>
          <a:bodyPr vert="horz" lIns="91440" tIns="45720" rIns="91440" bIns="45720" rtlCol="0" anchor="ctr">
            <a:normAutofit/>
          </a:bodyPr>
          <a:lstStyle>
            <a:lvl1pPr algn="ctr" defTabSz="685800" rtl="0" eaLnBrk="1" latinLnBrk="0" hangingPunct="1">
              <a:lnSpc>
                <a:spcPct val="90000"/>
              </a:lnSpc>
              <a:spcBef>
                <a:spcPct val="0"/>
              </a:spcBef>
              <a:buNone/>
              <a:defRPr sz="2700" kern="1200" cap="all" baseline="0">
                <a:solidFill>
                  <a:schemeClr val="tx1"/>
                </a:solidFill>
                <a:effectLst/>
                <a:latin typeface="+mj-lt"/>
                <a:ea typeface="+mj-ea"/>
                <a:cs typeface="+mj-cs"/>
              </a:defRPr>
            </a:lvl1pPr>
          </a:lstStyle>
          <a:p>
            <a:pPr marL="457200" indent="-457200">
              <a:buFont typeface="Wingdings" panose="05000000000000000000" pitchFamily="2" charset="2"/>
              <a:buChar char="Ø"/>
            </a:pPr>
            <a:r>
              <a:rPr lang="en-US" sz="2400" dirty="0">
                <a:latin typeface="Bahnschrift" panose="020B0502040204020203" pitchFamily="34" charset="0"/>
              </a:rPr>
              <a:t>Introduction</a:t>
            </a:r>
          </a:p>
        </p:txBody>
      </p:sp>
      <p:sp>
        <p:nvSpPr>
          <p:cNvPr id="5" name="Title 1">
            <a:extLst>
              <a:ext uri="{FF2B5EF4-FFF2-40B4-BE49-F238E27FC236}">
                <a16:creationId xmlns:a16="http://schemas.microsoft.com/office/drawing/2014/main" id="{B050A4AE-A52D-6E24-AD89-D0E30A39F719}"/>
              </a:ext>
            </a:extLst>
          </p:cNvPr>
          <p:cNvSpPr txBox="1">
            <a:spLocks/>
          </p:cNvSpPr>
          <p:nvPr/>
        </p:nvSpPr>
        <p:spPr>
          <a:xfrm>
            <a:off x="-200549" y="4187194"/>
            <a:ext cx="5830004" cy="527650"/>
          </a:xfrm>
          <a:prstGeom prst="rect">
            <a:avLst/>
          </a:prstGeom>
        </p:spPr>
        <p:txBody>
          <a:bodyPr vert="horz" lIns="91440" tIns="45720" rIns="91440" bIns="45720" rtlCol="0" anchor="ctr">
            <a:normAutofit/>
          </a:bodyPr>
          <a:lstStyle>
            <a:lvl1pPr algn="ctr" defTabSz="685800" rtl="0" eaLnBrk="1" latinLnBrk="0" hangingPunct="1">
              <a:lnSpc>
                <a:spcPct val="90000"/>
              </a:lnSpc>
              <a:spcBef>
                <a:spcPct val="0"/>
              </a:spcBef>
              <a:buNone/>
              <a:defRPr sz="2700" kern="1200" cap="all" baseline="0">
                <a:solidFill>
                  <a:schemeClr val="tx1"/>
                </a:solidFill>
                <a:effectLst/>
                <a:latin typeface="+mj-lt"/>
                <a:ea typeface="+mj-ea"/>
                <a:cs typeface="+mj-cs"/>
              </a:defRPr>
            </a:lvl1pPr>
          </a:lstStyle>
          <a:p>
            <a:pPr marL="457200" indent="-457200">
              <a:buFont typeface="Wingdings" panose="05000000000000000000" pitchFamily="2" charset="2"/>
              <a:buChar char="Ø"/>
            </a:pPr>
            <a:r>
              <a:rPr lang="en-US" sz="2400" dirty="0">
                <a:latin typeface="Bahnschrift" panose="020B0502040204020203" pitchFamily="34" charset="0"/>
              </a:rPr>
              <a:t>Program </a:t>
            </a:r>
          </a:p>
        </p:txBody>
      </p:sp>
      <p:sp>
        <p:nvSpPr>
          <p:cNvPr id="7" name="Title 1">
            <a:extLst>
              <a:ext uri="{FF2B5EF4-FFF2-40B4-BE49-F238E27FC236}">
                <a16:creationId xmlns:a16="http://schemas.microsoft.com/office/drawing/2014/main" id="{7A3E48F1-23C6-472C-ECBC-918140CDA802}"/>
              </a:ext>
            </a:extLst>
          </p:cNvPr>
          <p:cNvSpPr txBox="1">
            <a:spLocks/>
          </p:cNvSpPr>
          <p:nvPr/>
        </p:nvSpPr>
        <p:spPr>
          <a:xfrm>
            <a:off x="-356853" y="4568242"/>
            <a:ext cx="5830004" cy="527650"/>
          </a:xfrm>
          <a:prstGeom prst="rect">
            <a:avLst/>
          </a:prstGeom>
        </p:spPr>
        <p:txBody>
          <a:bodyPr vert="horz" lIns="91440" tIns="45720" rIns="91440" bIns="45720" rtlCol="0" anchor="ctr">
            <a:normAutofit/>
          </a:bodyPr>
          <a:lstStyle>
            <a:lvl1pPr algn="ctr" defTabSz="685800" rtl="0" eaLnBrk="1" latinLnBrk="0" hangingPunct="1">
              <a:lnSpc>
                <a:spcPct val="90000"/>
              </a:lnSpc>
              <a:spcBef>
                <a:spcPct val="0"/>
              </a:spcBef>
              <a:buNone/>
              <a:defRPr sz="2700" kern="1200" cap="all" baseline="0">
                <a:solidFill>
                  <a:schemeClr val="tx1"/>
                </a:solidFill>
                <a:effectLst/>
                <a:latin typeface="+mj-lt"/>
                <a:ea typeface="+mj-ea"/>
                <a:cs typeface="+mj-cs"/>
              </a:defRPr>
            </a:lvl1pPr>
          </a:lstStyle>
          <a:p>
            <a:pPr marL="457200" indent="-457200">
              <a:buFont typeface="Wingdings" panose="05000000000000000000" pitchFamily="2" charset="2"/>
              <a:buChar char="Ø"/>
            </a:pPr>
            <a:r>
              <a:rPr lang="en-US" sz="2400" dirty="0">
                <a:latin typeface="Bahnschrift" panose="020B0502040204020203" pitchFamily="34" charset="0"/>
              </a:rPr>
              <a:t>output</a:t>
            </a:r>
          </a:p>
        </p:txBody>
      </p:sp>
      <p:sp>
        <p:nvSpPr>
          <p:cNvPr id="8" name="Title 1">
            <a:extLst>
              <a:ext uri="{FF2B5EF4-FFF2-40B4-BE49-F238E27FC236}">
                <a16:creationId xmlns:a16="http://schemas.microsoft.com/office/drawing/2014/main" id="{6826F026-8368-7298-CA02-7F0ED32FF1F4}"/>
              </a:ext>
            </a:extLst>
          </p:cNvPr>
          <p:cNvSpPr txBox="1">
            <a:spLocks/>
          </p:cNvSpPr>
          <p:nvPr/>
        </p:nvSpPr>
        <p:spPr>
          <a:xfrm>
            <a:off x="0" y="4905764"/>
            <a:ext cx="5830004" cy="527650"/>
          </a:xfrm>
          <a:prstGeom prst="rect">
            <a:avLst/>
          </a:prstGeom>
        </p:spPr>
        <p:txBody>
          <a:bodyPr vert="horz" lIns="91440" tIns="45720" rIns="91440" bIns="45720" rtlCol="0" anchor="ctr">
            <a:normAutofit/>
          </a:bodyPr>
          <a:lstStyle>
            <a:lvl1pPr algn="ctr" defTabSz="685800" rtl="0" eaLnBrk="1" latinLnBrk="0" hangingPunct="1">
              <a:lnSpc>
                <a:spcPct val="90000"/>
              </a:lnSpc>
              <a:spcBef>
                <a:spcPct val="0"/>
              </a:spcBef>
              <a:buNone/>
              <a:defRPr sz="2700" kern="1200" cap="all" baseline="0">
                <a:solidFill>
                  <a:schemeClr val="tx1"/>
                </a:solidFill>
                <a:effectLst/>
                <a:latin typeface="+mj-lt"/>
                <a:ea typeface="+mj-ea"/>
                <a:cs typeface="+mj-cs"/>
              </a:defRPr>
            </a:lvl1pPr>
          </a:lstStyle>
          <a:p>
            <a:pPr marL="457200" indent="-457200">
              <a:buFont typeface="Wingdings" panose="05000000000000000000" pitchFamily="2" charset="2"/>
              <a:buChar char="Ø"/>
            </a:pPr>
            <a:r>
              <a:rPr lang="en-US" sz="2400" dirty="0">
                <a:latin typeface="Bahnschrift" panose="020B0502040204020203" pitchFamily="34" charset="0"/>
              </a:rPr>
              <a:t>conclusion</a:t>
            </a:r>
          </a:p>
        </p:txBody>
      </p:sp>
    </p:spTree>
    <p:extLst>
      <p:ext uri="{BB962C8B-B14F-4D97-AF65-F5344CB8AC3E}">
        <p14:creationId xmlns:p14="http://schemas.microsoft.com/office/powerpoint/2010/main" val="215181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4" presetClass="emph" presetSubtype="0" fill="hold" grpId="0" nodeType="clickEffect" nodePh="1">
                                  <p:stCondLst>
                                    <p:cond delay="0"/>
                                  </p:stCondLst>
                                  <p:endCondLst>
                                    <p:cond evt="begin" delay="0">
                                      <p:tn val="13"/>
                                    </p:cond>
                                  </p:endCondLst>
                                  <p:iterate type="lt">
                                    <p:tmPct val="10000"/>
                                  </p:iterate>
                                  <p:childTnLst>
                                    <p:animMotion origin="layout" path="M 0.0 0.0 L 0.0 -0.07213" pathEditMode="relative" ptsTypes="">
                                      <p:cBhvr>
                                        <p:cTn id="14" dur="250" accel="50000" decel="50000" autoRev="1" fill="hold">
                                          <p:stCondLst>
                                            <p:cond delay="0"/>
                                          </p:stCondLst>
                                        </p:cTn>
                                        <p:tgtEl>
                                          <p:spTgt spid="3"/>
                                        </p:tgtEl>
                                        <p:attrNameLst>
                                          <p:attrName>ppt_x</p:attrName>
                                          <p:attrName>ppt_y</p:attrName>
                                        </p:attrNameLst>
                                      </p:cBhvr>
                                    </p:animMotion>
                                    <p:animRot by="1500000">
                                      <p:cBhvr>
                                        <p:cTn id="15" dur="125" fill="hold">
                                          <p:stCondLst>
                                            <p:cond delay="0"/>
                                          </p:stCondLst>
                                        </p:cTn>
                                        <p:tgtEl>
                                          <p:spTgt spid="3"/>
                                        </p:tgtEl>
                                        <p:attrNameLst>
                                          <p:attrName>r</p:attrName>
                                        </p:attrNameLst>
                                      </p:cBhvr>
                                    </p:animRot>
                                    <p:animRot by="-1500000">
                                      <p:cBhvr>
                                        <p:cTn id="16" dur="125" fill="hold">
                                          <p:stCondLst>
                                            <p:cond delay="125"/>
                                          </p:stCondLst>
                                        </p:cTn>
                                        <p:tgtEl>
                                          <p:spTgt spid="3"/>
                                        </p:tgtEl>
                                        <p:attrNameLst>
                                          <p:attrName>r</p:attrName>
                                        </p:attrNameLst>
                                      </p:cBhvr>
                                    </p:animRot>
                                    <p:animRot by="-1500000">
                                      <p:cBhvr>
                                        <p:cTn id="17" dur="125" fill="hold">
                                          <p:stCondLst>
                                            <p:cond delay="250"/>
                                          </p:stCondLst>
                                        </p:cTn>
                                        <p:tgtEl>
                                          <p:spTgt spid="3"/>
                                        </p:tgtEl>
                                        <p:attrNameLst>
                                          <p:attrName>r</p:attrName>
                                        </p:attrNameLst>
                                      </p:cBhvr>
                                    </p:animRot>
                                    <p:animRot by="1500000">
                                      <p:cBhvr>
                                        <p:cTn id="18" dur="125" fill="hold">
                                          <p:stCondLst>
                                            <p:cond delay="375"/>
                                          </p:stCondLst>
                                        </p:cTn>
                                        <p:tgtEl>
                                          <p:spTgt spid="3"/>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34" presetClass="emph" presetSubtype="0" fill="hold" grpId="0" nodeType="clickEffect">
                                  <p:stCondLst>
                                    <p:cond delay="0"/>
                                  </p:stCondLst>
                                  <p:iterate type="lt">
                                    <p:tmPct val="10000"/>
                                  </p:iterate>
                                  <p:childTnLst>
                                    <p:animMotion origin="layout" path="M 0.0 0.0 L 0.0 -0.07213" pathEditMode="relative" ptsTypes="">
                                      <p:cBhvr>
                                        <p:cTn id="22" dur="250" accel="50000" decel="50000" autoRev="1" fill="hold">
                                          <p:stCondLst>
                                            <p:cond delay="0"/>
                                          </p:stCondLst>
                                        </p:cTn>
                                        <p:tgtEl>
                                          <p:spTgt spid="4"/>
                                        </p:tgtEl>
                                        <p:attrNameLst>
                                          <p:attrName>ppt_x</p:attrName>
                                          <p:attrName>ppt_y</p:attrName>
                                        </p:attrNameLst>
                                      </p:cBhvr>
                                    </p:animMotion>
                                    <p:animRot by="1500000">
                                      <p:cBhvr>
                                        <p:cTn id="23" dur="125" fill="hold">
                                          <p:stCondLst>
                                            <p:cond delay="0"/>
                                          </p:stCondLst>
                                        </p:cTn>
                                        <p:tgtEl>
                                          <p:spTgt spid="4"/>
                                        </p:tgtEl>
                                        <p:attrNameLst>
                                          <p:attrName>r</p:attrName>
                                        </p:attrNameLst>
                                      </p:cBhvr>
                                    </p:animRot>
                                    <p:animRot by="-1500000">
                                      <p:cBhvr>
                                        <p:cTn id="24" dur="125" fill="hold">
                                          <p:stCondLst>
                                            <p:cond delay="125"/>
                                          </p:stCondLst>
                                        </p:cTn>
                                        <p:tgtEl>
                                          <p:spTgt spid="4"/>
                                        </p:tgtEl>
                                        <p:attrNameLst>
                                          <p:attrName>r</p:attrName>
                                        </p:attrNameLst>
                                      </p:cBhvr>
                                    </p:animRot>
                                    <p:animRot by="-1500000">
                                      <p:cBhvr>
                                        <p:cTn id="25" dur="125" fill="hold">
                                          <p:stCondLst>
                                            <p:cond delay="250"/>
                                          </p:stCondLst>
                                        </p:cTn>
                                        <p:tgtEl>
                                          <p:spTgt spid="4"/>
                                        </p:tgtEl>
                                        <p:attrNameLst>
                                          <p:attrName>r</p:attrName>
                                        </p:attrNameLst>
                                      </p:cBhvr>
                                    </p:animRot>
                                    <p:animRot by="1500000">
                                      <p:cBhvr>
                                        <p:cTn id="26" dur="125" fill="hold">
                                          <p:stCondLst>
                                            <p:cond delay="375"/>
                                          </p:stCondLst>
                                        </p:cTn>
                                        <p:tgtEl>
                                          <p:spTgt spid="4"/>
                                        </p:tgtEl>
                                        <p:attrNameLst>
                                          <p:attrName>r</p:attrName>
                                        </p:attrNameLst>
                                      </p:cBhvr>
                                    </p:animRot>
                                  </p:childTnLst>
                                </p:cTn>
                              </p:par>
                            </p:childTnLst>
                          </p:cTn>
                        </p:par>
                      </p:childTnLst>
                    </p:cTn>
                  </p:par>
                  <p:par>
                    <p:cTn id="27" fill="hold">
                      <p:stCondLst>
                        <p:cond delay="indefinite"/>
                      </p:stCondLst>
                      <p:childTnLst>
                        <p:par>
                          <p:cTn id="28" fill="hold">
                            <p:stCondLst>
                              <p:cond delay="0"/>
                            </p:stCondLst>
                            <p:childTnLst>
                              <p:par>
                                <p:cTn id="29" presetID="34" presetClass="emph" presetSubtype="0" fill="hold" grpId="0" nodeType="clickEffect">
                                  <p:stCondLst>
                                    <p:cond delay="0"/>
                                  </p:stCondLst>
                                  <p:iterate type="lt">
                                    <p:tmPct val="10000"/>
                                  </p:iterate>
                                  <p:childTnLst>
                                    <p:animMotion origin="layout" path="M 0.0 0.0 L 0.0 -0.07213" pathEditMode="relative" ptsTypes="">
                                      <p:cBhvr>
                                        <p:cTn id="30" dur="250" accel="50000" decel="50000" autoRev="1" fill="hold">
                                          <p:stCondLst>
                                            <p:cond delay="0"/>
                                          </p:stCondLst>
                                        </p:cTn>
                                        <p:tgtEl>
                                          <p:spTgt spid="5"/>
                                        </p:tgtEl>
                                        <p:attrNameLst>
                                          <p:attrName>ppt_x</p:attrName>
                                          <p:attrName>ppt_y</p:attrName>
                                        </p:attrNameLst>
                                      </p:cBhvr>
                                    </p:animMotion>
                                    <p:animRot by="1500000">
                                      <p:cBhvr>
                                        <p:cTn id="31" dur="125" fill="hold">
                                          <p:stCondLst>
                                            <p:cond delay="0"/>
                                          </p:stCondLst>
                                        </p:cTn>
                                        <p:tgtEl>
                                          <p:spTgt spid="5"/>
                                        </p:tgtEl>
                                        <p:attrNameLst>
                                          <p:attrName>r</p:attrName>
                                        </p:attrNameLst>
                                      </p:cBhvr>
                                    </p:animRot>
                                    <p:animRot by="-1500000">
                                      <p:cBhvr>
                                        <p:cTn id="32" dur="125" fill="hold">
                                          <p:stCondLst>
                                            <p:cond delay="125"/>
                                          </p:stCondLst>
                                        </p:cTn>
                                        <p:tgtEl>
                                          <p:spTgt spid="5"/>
                                        </p:tgtEl>
                                        <p:attrNameLst>
                                          <p:attrName>r</p:attrName>
                                        </p:attrNameLst>
                                      </p:cBhvr>
                                    </p:animRot>
                                    <p:animRot by="-1500000">
                                      <p:cBhvr>
                                        <p:cTn id="33" dur="125" fill="hold">
                                          <p:stCondLst>
                                            <p:cond delay="250"/>
                                          </p:stCondLst>
                                        </p:cTn>
                                        <p:tgtEl>
                                          <p:spTgt spid="5"/>
                                        </p:tgtEl>
                                        <p:attrNameLst>
                                          <p:attrName>r</p:attrName>
                                        </p:attrNameLst>
                                      </p:cBhvr>
                                    </p:animRot>
                                    <p:animRot by="1500000">
                                      <p:cBhvr>
                                        <p:cTn id="34" dur="125" fill="hold">
                                          <p:stCondLst>
                                            <p:cond delay="375"/>
                                          </p:stCondLst>
                                        </p:cTn>
                                        <p:tgtEl>
                                          <p:spTgt spid="5"/>
                                        </p:tgtEl>
                                        <p:attrNameLst>
                                          <p:attrName>r</p:attrName>
                                        </p:attrNameLst>
                                      </p:cBhvr>
                                    </p:animRot>
                                  </p:childTnLst>
                                </p:cTn>
                              </p:par>
                            </p:childTnLst>
                          </p:cTn>
                        </p:par>
                      </p:childTnLst>
                    </p:cTn>
                  </p:par>
                  <p:par>
                    <p:cTn id="35" fill="hold">
                      <p:stCondLst>
                        <p:cond delay="indefinite"/>
                      </p:stCondLst>
                      <p:childTnLst>
                        <p:par>
                          <p:cTn id="36" fill="hold">
                            <p:stCondLst>
                              <p:cond delay="0"/>
                            </p:stCondLst>
                            <p:childTnLst>
                              <p:par>
                                <p:cTn id="37" presetID="34" presetClass="emph" presetSubtype="0" fill="hold" grpId="0" nodeType="clickEffect">
                                  <p:stCondLst>
                                    <p:cond delay="0"/>
                                  </p:stCondLst>
                                  <p:iterate type="lt">
                                    <p:tmPct val="10000"/>
                                  </p:iterate>
                                  <p:childTnLst>
                                    <p:animMotion origin="layout" path="M 0.0 0.0 L 0.0 -0.07213" pathEditMode="relative" ptsTypes="">
                                      <p:cBhvr>
                                        <p:cTn id="38" dur="250" accel="50000" decel="50000" autoRev="1" fill="hold">
                                          <p:stCondLst>
                                            <p:cond delay="0"/>
                                          </p:stCondLst>
                                        </p:cTn>
                                        <p:tgtEl>
                                          <p:spTgt spid="7"/>
                                        </p:tgtEl>
                                        <p:attrNameLst>
                                          <p:attrName>ppt_x</p:attrName>
                                          <p:attrName>ppt_y</p:attrName>
                                        </p:attrNameLst>
                                      </p:cBhvr>
                                    </p:animMotion>
                                    <p:animRot by="1500000">
                                      <p:cBhvr>
                                        <p:cTn id="39" dur="125" fill="hold">
                                          <p:stCondLst>
                                            <p:cond delay="0"/>
                                          </p:stCondLst>
                                        </p:cTn>
                                        <p:tgtEl>
                                          <p:spTgt spid="7"/>
                                        </p:tgtEl>
                                        <p:attrNameLst>
                                          <p:attrName>r</p:attrName>
                                        </p:attrNameLst>
                                      </p:cBhvr>
                                    </p:animRot>
                                    <p:animRot by="-1500000">
                                      <p:cBhvr>
                                        <p:cTn id="40" dur="125" fill="hold">
                                          <p:stCondLst>
                                            <p:cond delay="125"/>
                                          </p:stCondLst>
                                        </p:cTn>
                                        <p:tgtEl>
                                          <p:spTgt spid="7"/>
                                        </p:tgtEl>
                                        <p:attrNameLst>
                                          <p:attrName>r</p:attrName>
                                        </p:attrNameLst>
                                      </p:cBhvr>
                                    </p:animRot>
                                    <p:animRot by="-1500000">
                                      <p:cBhvr>
                                        <p:cTn id="41" dur="125" fill="hold">
                                          <p:stCondLst>
                                            <p:cond delay="250"/>
                                          </p:stCondLst>
                                        </p:cTn>
                                        <p:tgtEl>
                                          <p:spTgt spid="7"/>
                                        </p:tgtEl>
                                        <p:attrNameLst>
                                          <p:attrName>r</p:attrName>
                                        </p:attrNameLst>
                                      </p:cBhvr>
                                    </p:animRot>
                                    <p:animRot by="1500000">
                                      <p:cBhvr>
                                        <p:cTn id="42" dur="125" fill="hold">
                                          <p:stCondLst>
                                            <p:cond delay="375"/>
                                          </p:stCondLst>
                                        </p:cTn>
                                        <p:tgtEl>
                                          <p:spTgt spid="7"/>
                                        </p:tgtEl>
                                        <p:attrNameLst>
                                          <p:attrName>r</p:attrName>
                                        </p:attrNameLst>
                                      </p:cBhvr>
                                    </p:animRot>
                                  </p:childTnLst>
                                </p:cTn>
                              </p:par>
                            </p:childTnLst>
                          </p:cTn>
                        </p:par>
                      </p:childTnLst>
                    </p:cTn>
                  </p:par>
                  <p:par>
                    <p:cTn id="43" fill="hold">
                      <p:stCondLst>
                        <p:cond delay="indefinite"/>
                      </p:stCondLst>
                      <p:childTnLst>
                        <p:par>
                          <p:cTn id="44" fill="hold">
                            <p:stCondLst>
                              <p:cond delay="0"/>
                            </p:stCondLst>
                            <p:childTnLst>
                              <p:par>
                                <p:cTn id="45" presetID="34" presetClass="emph" presetSubtype="0" fill="hold" grpId="0" nodeType="clickEffect">
                                  <p:stCondLst>
                                    <p:cond delay="0"/>
                                  </p:stCondLst>
                                  <p:iterate type="lt">
                                    <p:tmPct val="10000"/>
                                  </p:iterate>
                                  <p:childTnLst>
                                    <p:animMotion origin="layout" path="M 0.0 0.0 L 0.0 -0.07213" pathEditMode="relative" ptsTypes="">
                                      <p:cBhvr>
                                        <p:cTn id="46" dur="250" accel="50000" decel="50000" autoRev="1" fill="hold">
                                          <p:stCondLst>
                                            <p:cond delay="0"/>
                                          </p:stCondLst>
                                        </p:cTn>
                                        <p:tgtEl>
                                          <p:spTgt spid="8"/>
                                        </p:tgtEl>
                                        <p:attrNameLst>
                                          <p:attrName>ppt_x</p:attrName>
                                          <p:attrName>ppt_y</p:attrName>
                                        </p:attrNameLst>
                                      </p:cBhvr>
                                    </p:animMotion>
                                    <p:animRot by="1500000">
                                      <p:cBhvr>
                                        <p:cTn id="47" dur="125" fill="hold">
                                          <p:stCondLst>
                                            <p:cond delay="0"/>
                                          </p:stCondLst>
                                        </p:cTn>
                                        <p:tgtEl>
                                          <p:spTgt spid="8"/>
                                        </p:tgtEl>
                                        <p:attrNameLst>
                                          <p:attrName>r</p:attrName>
                                        </p:attrNameLst>
                                      </p:cBhvr>
                                    </p:animRot>
                                    <p:animRot by="-1500000">
                                      <p:cBhvr>
                                        <p:cTn id="48" dur="125" fill="hold">
                                          <p:stCondLst>
                                            <p:cond delay="125"/>
                                          </p:stCondLst>
                                        </p:cTn>
                                        <p:tgtEl>
                                          <p:spTgt spid="8"/>
                                        </p:tgtEl>
                                        <p:attrNameLst>
                                          <p:attrName>r</p:attrName>
                                        </p:attrNameLst>
                                      </p:cBhvr>
                                    </p:animRot>
                                    <p:animRot by="-1500000">
                                      <p:cBhvr>
                                        <p:cTn id="49" dur="125" fill="hold">
                                          <p:stCondLst>
                                            <p:cond delay="250"/>
                                          </p:stCondLst>
                                        </p:cTn>
                                        <p:tgtEl>
                                          <p:spTgt spid="8"/>
                                        </p:tgtEl>
                                        <p:attrNameLst>
                                          <p:attrName>r</p:attrName>
                                        </p:attrNameLst>
                                      </p:cBhvr>
                                    </p:animRot>
                                    <p:animRot by="1500000">
                                      <p:cBhvr>
                                        <p:cTn id="50" dur="125" fill="hold">
                                          <p:stCondLst>
                                            <p:cond delay="375"/>
                                          </p:stCondLst>
                                        </p:cTn>
                                        <p:tgtEl>
                                          <p:spTgt spid="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F7F75-1DC5-A709-BCFE-4AA631BE11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F39B1-2FA8-194C-1F19-3DE844A0E0E2}"/>
              </a:ext>
            </a:extLst>
          </p:cNvPr>
          <p:cNvSpPr>
            <a:spLocks noGrp="1"/>
          </p:cNvSpPr>
          <p:nvPr>
            <p:ph type="title"/>
          </p:nvPr>
        </p:nvSpPr>
        <p:spPr>
          <a:xfrm>
            <a:off x="516889" y="1232323"/>
            <a:ext cx="5830004" cy="2837648"/>
          </a:xfrm>
        </p:spPr>
        <p:txBody>
          <a:bodyPr>
            <a:normAutofit/>
          </a:bodyPr>
          <a:lstStyle/>
          <a:p>
            <a:r>
              <a:rPr lang="en-US" sz="3200" u="sng" dirty="0"/>
              <a:t>introduction</a:t>
            </a:r>
          </a:p>
        </p:txBody>
      </p:sp>
      <p:sp>
        <p:nvSpPr>
          <p:cNvPr id="6" name="Rectangle 5">
            <a:extLst>
              <a:ext uri="{FF2B5EF4-FFF2-40B4-BE49-F238E27FC236}">
                <a16:creationId xmlns:a16="http://schemas.microsoft.com/office/drawing/2014/main" id="{F41818EF-9F34-8F08-822E-9F0BC7E7A9CF}"/>
              </a:ext>
            </a:extLst>
          </p:cNvPr>
          <p:cNvSpPr/>
          <p:nvPr/>
        </p:nvSpPr>
        <p:spPr>
          <a:xfrm>
            <a:off x="340568" y="3817382"/>
            <a:ext cx="6176863" cy="3785652"/>
          </a:xfrm>
          <a:prstGeom prst="rect">
            <a:avLst/>
          </a:prstGeom>
          <a:noFill/>
        </p:spPr>
        <p:txBody>
          <a:bodyPr wrap="square" lIns="91440" tIns="45720" rIns="91440" bIns="45720">
            <a:spAutoFit/>
          </a:bodyPr>
          <a:lstStyle/>
          <a:p>
            <a:r>
              <a:rPr lang="en-US" sz="2400" dirty="0"/>
              <a:t>The </a:t>
            </a:r>
            <a:r>
              <a:rPr lang="en-US" sz="2400" b="1" dirty="0"/>
              <a:t>School Fee Management System</a:t>
            </a:r>
            <a:r>
              <a:rPr lang="en-US" sz="2400" dirty="0"/>
              <a:t> is a software application designed to simplify and streamline the process of managing student fees. It helps schools efficiently track payments, generate invoices, manage due balances, and provide reports for better financial oversight.</a:t>
            </a:r>
          </a:p>
          <a:p>
            <a:r>
              <a:rPr lang="en-US" sz="2400" dirty="0"/>
              <a:t>This system reduces manual workload, minimizes errors, and ensures transparency in fee collection, making financial management easier for both administrators and parents.</a:t>
            </a:r>
          </a:p>
        </p:txBody>
      </p:sp>
    </p:spTree>
    <p:extLst>
      <p:ext uri="{BB962C8B-B14F-4D97-AF65-F5344CB8AC3E}">
        <p14:creationId xmlns:p14="http://schemas.microsoft.com/office/powerpoint/2010/main" val="1178482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C4806-13D8-267C-EA02-DE572F6CF9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34592-43E9-DC5F-1790-35C96C412729}"/>
              </a:ext>
            </a:extLst>
          </p:cNvPr>
          <p:cNvSpPr>
            <a:spLocks noGrp="1"/>
          </p:cNvSpPr>
          <p:nvPr>
            <p:ph type="title"/>
          </p:nvPr>
        </p:nvSpPr>
        <p:spPr>
          <a:xfrm>
            <a:off x="516889" y="627639"/>
            <a:ext cx="5830004" cy="2837648"/>
          </a:xfrm>
        </p:spPr>
        <p:txBody>
          <a:bodyPr>
            <a:normAutofit/>
          </a:bodyPr>
          <a:lstStyle/>
          <a:p>
            <a:r>
              <a:rPr lang="en-US" sz="3200" u="sng" dirty="0"/>
              <a:t>program</a:t>
            </a:r>
          </a:p>
        </p:txBody>
      </p:sp>
      <p:pic>
        <p:nvPicPr>
          <p:cNvPr id="23" name="Picture 22">
            <a:extLst>
              <a:ext uri="{FF2B5EF4-FFF2-40B4-BE49-F238E27FC236}">
                <a16:creationId xmlns:a16="http://schemas.microsoft.com/office/drawing/2014/main" id="{A1C4E1E2-C340-A808-A7B4-35BA267E28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107" y="3010840"/>
            <a:ext cx="5978129" cy="7991457"/>
          </a:xfrm>
          <a:prstGeom prst="rect">
            <a:avLst/>
          </a:prstGeom>
        </p:spPr>
      </p:pic>
    </p:spTree>
    <p:extLst>
      <p:ext uri="{BB962C8B-B14F-4D97-AF65-F5344CB8AC3E}">
        <p14:creationId xmlns:p14="http://schemas.microsoft.com/office/powerpoint/2010/main" val="34191460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152C3D60-85F4-12EB-AD66-21945BB18A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850" y="1725562"/>
            <a:ext cx="6464299" cy="8509871"/>
          </a:xfrm>
          <a:prstGeom prst="rect">
            <a:avLst/>
          </a:prstGeom>
        </p:spPr>
      </p:pic>
    </p:spTree>
    <p:extLst>
      <p:ext uri="{BB962C8B-B14F-4D97-AF65-F5344CB8AC3E}">
        <p14:creationId xmlns:p14="http://schemas.microsoft.com/office/powerpoint/2010/main" val="2979539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87951AD7-C5A8-830F-2A74-FCC5BD28BD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955" y="1769807"/>
            <a:ext cx="6032090" cy="8342671"/>
          </a:xfrm>
          <a:prstGeom prst="rect">
            <a:avLst/>
          </a:prstGeom>
        </p:spPr>
      </p:pic>
    </p:spTree>
    <p:extLst>
      <p:ext uri="{BB962C8B-B14F-4D97-AF65-F5344CB8AC3E}">
        <p14:creationId xmlns:p14="http://schemas.microsoft.com/office/powerpoint/2010/main" val="1213954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57A18070-9B9E-64F8-2C3A-738248CE2F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329" y="1607574"/>
            <a:ext cx="6017342" cy="8554065"/>
          </a:xfrm>
          <a:prstGeom prst="rect">
            <a:avLst/>
          </a:prstGeom>
        </p:spPr>
      </p:pic>
    </p:spTree>
    <p:extLst>
      <p:ext uri="{BB962C8B-B14F-4D97-AF65-F5344CB8AC3E}">
        <p14:creationId xmlns:p14="http://schemas.microsoft.com/office/powerpoint/2010/main" val="348824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2A16B631-27B3-F9C9-FA23-09BB046978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546" y="3311145"/>
            <a:ext cx="6106377" cy="3448531"/>
          </a:xfrm>
          <a:prstGeom prst="rect">
            <a:avLst/>
          </a:prstGeom>
        </p:spPr>
      </p:pic>
    </p:spTree>
    <p:extLst>
      <p:ext uri="{BB962C8B-B14F-4D97-AF65-F5344CB8AC3E}">
        <p14:creationId xmlns:p14="http://schemas.microsoft.com/office/powerpoint/2010/main" val="45365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62E01-9A09-3471-05A3-EA69C67DA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CFAA81-BB13-1350-2471-9D794E687DC0}"/>
              </a:ext>
            </a:extLst>
          </p:cNvPr>
          <p:cNvSpPr>
            <a:spLocks noGrp="1"/>
          </p:cNvSpPr>
          <p:nvPr>
            <p:ph type="title"/>
          </p:nvPr>
        </p:nvSpPr>
        <p:spPr/>
        <p:txBody>
          <a:bodyPr/>
          <a:lstStyle/>
          <a:p>
            <a:r>
              <a:rPr lang="en-US" u="sng" dirty="0"/>
              <a:t>output</a:t>
            </a:r>
          </a:p>
        </p:txBody>
      </p:sp>
      <p:pic>
        <p:nvPicPr>
          <p:cNvPr id="35" name="Picture 34">
            <a:extLst>
              <a:ext uri="{FF2B5EF4-FFF2-40B4-BE49-F238E27FC236}">
                <a16:creationId xmlns:a16="http://schemas.microsoft.com/office/drawing/2014/main" id="{26DEAD6D-9CA1-9630-CF4A-9BB55119AC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997" y="3098051"/>
            <a:ext cx="5687219" cy="7859222"/>
          </a:xfrm>
          <a:prstGeom prst="rect">
            <a:avLst/>
          </a:prstGeom>
        </p:spPr>
      </p:pic>
    </p:spTree>
    <p:extLst>
      <p:ext uri="{BB962C8B-B14F-4D97-AF65-F5344CB8AC3E}">
        <p14:creationId xmlns:p14="http://schemas.microsoft.com/office/powerpoint/2010/main" val="54843865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E487E9E2-0D28-011F-C3CC-0D9C8DDF91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6497" y="1604335"/>
            <a:ext cx="4525006" cy="8983329"/>
          </a:xfrm>
          <a:prstGeom prst="rect">
            <a:avLst/>
          </a:prstGeom>
        </p:spPr>
      </p:pic>
    </p:spTree>
    <p:extLst>
      <p:ext uri="{BB962C8B-B14F-4D97-AF65-F5344CB8AC3E}">
        <p14:creationId xmlns:p14="http://schemas.microsoft.com/office/powerpoint/2010/main" val="2326240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5221C95D-3BB3-93D0-5124-2B768DC55B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8361" y="2846439"/>
            <a:ext cx="4586749" cy="5530645"/>
          </a:xfrm>
          <a:prstGeom prst="rect">
            <a:avLst/>
          </a:prstGeom>
        </p:spPr>
      </p:pic>
    </p:spTree>
    <p:extLst>
      <p:ext uri="{BB962C8B-B14F-4D97-AF65-F5344CB8AC3E}">
        <p14:creationId xmlns:p14="http://schemas.microsoft.com/office/powerpoint/2010/main" val="585464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BDD30-A0EF-55FB-80CF-175B3125C02D}"/>
              </a:ext>
            </a:extLst>
          </p:cNvPr>
          <p:cNvSpPr>
            <a:spLocks noGrp="1"/>
          </p:cNvSpPr>
          <p:nvPr>
            <p:ph type="title"/>
          </p:nvPr>
        </p:nvSpPr>
        <p:spPr/>
        <p:txBody>
          <a:bodyPr/>
          <a:lstStyle/>
          <a:p>
            <a:r>
              <a:rPr lang="en-US" u="sng" dirty="0"/>
              <a:t>CONCLUSION</a:t>
            </a:r>
          </a:p>
        </p:txBody>
      </p:sp>
      <p:pic>
        <p:nvPicPr>
          <p:cNvPr id="3074" name="Picture 2" descr="How to write an excellent thesis conclusion [with examples] - Paperpile">
            <a:extLst>
              <a:ext uri="{FF2B5EF4-FFF2-40B4-BE49-F238E27FC236}">
                <a16:creationId xmlns:a16="http://schemas.microsoft.com/office/drawing/2014/main" id="{19D64BFE-28CE-74C9-0800-9539CCE119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4868" y="5315903"/>
            <a:ext cx="1652778" cy="165277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3" name="TextBox 2">
            <a:extLst>
              <a:ext uri="{FF2B5EF4-FFF2-40B4-BE49-F238E27FC236}">
                <a16:creationId xmlns:a16="http://schemas.microsoft.com/office/drawing/2014/main" id="{0D77F591-5B99-04EE-AA31-160A27C12091}"/>
              </a:ext>
            </a:extLst>
          </p:cNvPr>
          <p:cNvSpPr txBox="1"/>
          <p:nvPr/>
        </p:nvSpPr>
        <p:spPr>
          <a:xfrm>
            <a:off x="121001" y="5139877"/>
            <a:ext cx="4677884" cy="248209"/>
          </a:xfrm>
          <a:prstGeom prst="rect">
            <a:avLst/>
          </a:prstGeom>
          <a:noFill/>
        </p:spPr>
        <p:txBody>
          <a:bodyPr wrap="none" rtlCol="0">
            <a:spAutoFit/>
          </a:bodyPr>
          <a:lstStyle/>
          <a:p>
            <a:r>
              <a:rPr lang="en-US" sz="1013" dirty="0"/>
              <a:t>HOPE,YOU ALL LIKED THIS PRESENTATION ON SCHOOL FEES MANAGEMENT SYSTEM</a:t>
            </a:r>
          </a:p>
        </p:txBody>
      </p:sp>
      <p:sp>
        <p:nvSpPr>
          <p:cNvPr id="4" name="TextBox 3">
            <a:extLst>
              <a:ext uri="{FF2B5EF4-FFF2-40B4-BE49-F238E27FC236}">
                <a16:creationId xmlns:a16="http://schemas.microsoft.com/office/drawing/2014/main" id="{4AA405A7-1712-3466-82EB-EBF0B19D0C1A}"/>
              </a:ext>
            </a:extLst>
          </p:cNvPr>
          <p:cNvSpPr txBox="1"/>
          <p:nvPr/>
        </p:nvSpPr>
        <p:spPr>
          <a:xfrm flipH="1">
            <a:off x="135650" y="5309781"/>
            <a:ext cx="4745131" cy="248209"/>
          </a:xfrm>
          <a:prstGeom prst="rect">
            <a:avLst/>
          </a:prstGeom>
          <a:noFill/>
        </p:spPr>
        <p:txBody>
          <a:bodyPr wrap="square" rtlCol="0">
            <a:spAutoFit/>
          </a:bodyPr>
          <a:lstStyle/>
          <a:p>
            <a:pPr algn="just"/>
            <a:r>
              <a:rPr lang="en-US" sz="1013" dirty="0"/>
              <a:t>DISPLAYED AND EXPLAINED BY OUR GROUP.THIS FEE MANAGEMENT SYSTEM WILL</a:t>
            </a:r>
          </a:p>
        </p:txBody>
      </p:sp>
      <p:sp>
        <p:nvSpPr>
          <p:cNvPr id="5" name="TextBox 4">
            <a:extLst>
              <a:ext uri="{FF2B5EF4-FFF2-40B4-BE49-F238E27FC236}">
                <a16:creationId xmlns:a16="http://schemas.microsoft.com/office/drawing/2014/main" id="{09DF95FA-93B7-BA32-E188-04338A7AD522}"/>
              </a:ext>
            </a:extLst>
          </p:cNvPr>
          <p:cNvSpPr txBox="1"/>
          <p:nvPr/>
        </p:nvSpPr>
        <p:spPr>
          <a:xfrm flipH="1">
            <a:off x="135650" y="5505312"/>
            <a:ext cx="4951880" cy="248209"/>
          </a:xfrm>
          <a:prstGeom prst="rect">
            <a:avLst/>
          </a:prstGeom>
          <a:noFill/>
        </p:spPr>
        <p:txBody>
          <a:bodyPr wrap="square" rtlCol="0">
            <a:spAutoFit/>
          </a:bodyPr>
          <a:lstStyle/>
          <a:p>
            <a:pPr algn="just"/>
            <a:r>
              <a:rPr lang="en-US" sz="1013" dirty="0"/>
              <a:t>HELP TO SORT OUT THE OLD PROBLEMS OF SEARCHING THE FEE RECORDS OF </a:t>
            </a:r>
          </a:p>
        </p:txBody>
      </p:sp>
      <p:sp>
        <p:nvSpPr>
          <p:cNvPr id="6" name="TextBox 5">
            <a:extLst>
              <a:ext uri="{FF2B5EF4-FFF2-40B4-BE49-F238E27FC236}">
                <a16:creationId xmlns:a16="http://schemas.microsoft.com/office/drawing/2014/main" id="{4E589FCC-9475-6820-406D-ACE2DC9BBC5A}"/>
              </a:ext>
            </a:extLst>
          </p:cNvPr>
          <p:cNvSpPr txBox="1"/>
          <p:nvPr/>
        </p:nvSpPr>
        <p:spPr>
          <a:xfrm>
            <a:off x="135649" y="5696012"/>
            <a:ext cx="4745131" cy="248209"/>
          </a:xfrm>
          <a:prstGeom prst="rect">
            <a:avLst/>
          </a:prstGeom>
          <a:noFill/>
        </p:spPr>
        <p:txBody>
          <a:bodyPr wrap="square" rtlCol="0">
            <a:spAutoFit/>
          </a:bodyPr>
          <a:lstStyle/>
          <a:p>
            <a:r>
              <a:rPr lang="en-US" sz="1013" dirty="0"/>
              <a:t>STUDENTS FROM THE BULK OF PAPERS.COMPUTERZATION HAS HELPED THE SCHOOL</a:t>
            </a:r>
          </a:p>
        </p:txBody>
      </p:sp>
      <p:sp>
        <p:nvSpPr>
          <p:cNvPr id="7" name="TextBox 6">
            <a:extLst>
              <a:ext uri="{FF2B5EF4-FFF2-40B4-BE49-F238E27FC236}">
                <a16:creationId xmlns:a16="http://schemas.microsoft.com/office/drawing/2014/main" id="{AE36DA82-E2CB-2DCB-0000-084C33AEC6E3}"/>
              </a:ext>
            </a:extLst>
          </p:cNvPr>
          <p:cNvSpPr txBox="1"/>
          <p:nvPr/>
        </p:nvSpPr>
        <p:spPr>
          <a:xfrm flipH="1">
            <a:off x="161413" y="5850939"/>
            <a:ext cx="4657691" cy="404085"/>
          </a:xfrm>
          <a:prstGeom prst="rect">
            <a:avLst/>
          </a:prstGeom>
          <a:noFill/>
        </p:spPr>
        <p:txBody>
          <a:bodyPr wrap="square" rtlCol="0">
            <a:spAutoFit/>
          </a:bodyPr>
          <a:lstStyle/>
          <a:p>
            <a:r>
              <a:rPr lang="en-US" sz="1013" dirty="0"/>
              <a:t>A LOT AS IT HAS SAVED THE TIME AND ENERGY TO COLLECT THE FEES OF A STUDENT </a:t>
            </a:r>
          </a:p>
        </p:txBody>
      </p:sp>
      <p:sp>
        <p:nvSpPr>
          <p:cNvPr id="8" name="TextBox 7">
            <a:extLst>
              <a:ext uri="{FF2B5EF4-FFF2-40B4-BE49-F238E27FC236}">
                <a16:creationId xmlns:a16="http://schemas.microsoft.com/office/drawing/2014/main" id="{7F543A82-BEEC-55A7-6F8D-55A1075F800D}"/>
              </a:ext>
            </a:extLst>
          </p:cNvPr>
          <p:cNvSpPr txBox="1"/>
          <p:nvPr/>
        </p:nvSpPr>
        <p:spPr>
          <a:xfrm flipH="1">
            <a:off x="171562" y="6151779"/>
            <a:ext cx="4727123" cy="404085"/>
          </a:xfrm>
          <a:prstGeom prst="rect">
            <a:avLst/>
          </a:prstGeom>
          <a:noFill/>
        </p:spPr>
        <p:txBody>
          <a:bodyPr wrap="square" rtlCol="0">
            <a:spAutoFit/>
          </a:bodyPr>
          <a:lstStyle/>
          <a:p>
            <a:r>
              <a:rPr lang="en-US" sz="1013" dirty="0"/>
              <a:t>AND THE DETAILS.THIS IS MADE WITH THE EFFORTS BY OUR GROUP AND CAN BE USED </a:t>
            </a:r>
          </a:p>
        </p:txBody>
      </p:sp>
      <p:sp>
        <p:nvSpPr>
          <p:cNvPr id="9" name="TextBox 8">
            <a:extLst>
              <a:ext uri="{FF2B5EF4-FFF2-40B4-BE49-F238E27FC236}">
                <a16:creationId xmlns:a16="http://schemas.microsoft.com/office/drawing/2014/main" id="{63F945AB-4E27-44C0-7758-358673EF06C3}"/>
              </a:ext>
            </a:extLst>
          </p:cNvPr>
          <p:cNvSpPr txBox="1"/>
          <p:nvPr/>
        </p:nvSpPr>
        <p:spPr>
          <a:xfrm flipH="1">
            <a:off x="138304" y="6445724"/>
            <a:ext cx="4706564" cy="248209"/>
          </a:xfrm>
          <a:prstGeom prst="rect">
            <a:avLst/>
          </a:prstGeom>
          <a:noFill/>
        </p:spPr>
        <p:txBody>
          <a:bodyPr wrap="square" rtlCol="0">
            <a:spAutoFit/>
          </a:bodyPr>
          <a:lstStyle/>
          <a:p>
            <a:r>
              <a:rPr lang="en-US" sz="1013" dirty="0"/>
              <a:t>FOR THE FEE MANAGEMENT SYSTEM IN ANY SCHOOL.THANKING YOU ALL FOR </a:t>
            </a:r>
          </a:p>
        </p:txBody>
      </p:sp>
      <p:sp>
        <p:nvSpPr>
          <p:cNvPr id="10" name="TextBox 9">
            <a:extLst>
              <a:ext uri="{FF2B5EF4-FFF2-40B4-BE49-F238E27FC236}">
                <a16:creationId xmlns:a16="http://schemas.microsoft.com/office/drawing/2014/main" id="{A46A6344-96BF-1863-F01B-488E8A2A5F4A}"/>
              </a:ext>
            </a:extLst>
          </p:cNvPr>
          <p:cNvSpPr txBox="1"/>
          <p:nvPr/>
        </p:nvSpPr>
        <p:spPr>
          <a:xfrm flipH="1">
            <a:off x="138304" y="6632799"/>
            <a:ext cx="4176522" cy="248209"/>
          </a:xfrm>
          <a:prstGeom prst="rect">
            <a:avLst/>
          </a:prstGeom>
          <a:noFill/>
        </p:spPr>
        <p:txBody>
          <a:bodyPr wrap="square" rtlCol="0">
            <a:spAutoFit/>
          </a:bodyPr>
          <a:lstStyle/>
          <a:p>
            <a:r>
              <a:rPr lang="en-US" sz="1013" dirty="0"/>
              <a:t>CO-OPERATING WITH US IN SHOWCASTING THIS SYSTEM.</a:t>
            </a:r>
          </a:p>
        </p:txBody>
      </p:sp>
    </p:spTree>
    <p:extLst>
      <p:ext uri="{BB962C8B-B14F-4D97-AF65-F5344CB8AC3E}">
        <p14:creationId xmlns:p14="http://schemas.microsoft.com/office/powerpoint/2010/main" val="200705017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3074"/>
                                        </p:tgtEl>
                                        <p:attrNameLst>
                                          <p:attrName>style.visibility</p:attrName>
                                        </p:attrNameLst>
                                      </p:cBhvr>
                                      <p:to>
                                        <p:strVal val="visible"/>
                                      </p:to>
                                    </p:set>
                                    <p:animEffect transition="in" filter="circle(in)">
                                      <p:cBhvr>
                                        <p:cTn id="15" dur="2000"/>
                                        <p:tgtEl>
                                          <p:spTgt spid="307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11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1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11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11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11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11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left)">
                                      <p:cBhvr>
                                        <p:cTn id="50" dur="11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left)">
                                      <p:cBhvr>
                                        <p:cTn id="55" dur="11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F2B71-6A33-B142-A93B-B85E1A7927F7}"/>
              </a:ext>
            </a:extLst>
          </p:cNvPr>
          <p:cNvSpPr>
            <a:spLocks noGrp="1"/>
          </p:cNvSpPr>
          <p:nvPr>
            <p:ph type="title"/>
          </p:nvPr>
        </p:nvSpPr>
        <p:spPr>
          <a:xfrm>
            <a:off x="513998" y="4846975"/>
            <a:ext cx="5830004" cy="897850"/>
          </a:xfrm>
        </p:spPr>
        <p:txBody>
          <a:bodyPr>
            <a:normAutofit/>
          </a:bodyPr>
          <a:lstStyle/>
          <a:p>
            <a:r>
              <a:rPr lang="en-US" sz="4050" dirty="0"/>
              <a:t>THANK YOU</a:t>
            </a:r>
          </a:p>
        </p:txBody>
      </p:sp>
      <p:pic>
        <p:nvPicPr>
          <p:cNvPr id="4100" name="Picture 4" descr="399,017 Thank You Images, Stock Photos &amp; Vectors | Shutterstock">
            <a:extLst>
              <a:ext uri="{FF2B5EF4-FFF2-40B4-BE49-F238E27FC236}">
                <a16:creationId xmlns:a16="http://schemas.microsoft.com/office/drawing/2014/main" id="{9611CAE8-FCB1-9A2B-18E2-AFB63BD3A1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143"/>
          <a:stretch/>
        </p:blipFill>
        <p:spPr bwMode="auto">
          <a:xfrm>
            <a:off x="2307074" y="5819108"/>
            <a:ext cx="2089547" cy="139303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4" name="Picture 6">
            <a:extLst>
              <a:ext uri="{FF2B5EF4-FFF2-40B4-BE49-F238E27FC236}">
                <a16:creationId xmlns:a16="http://schemas.microsoft.com/office/drawing/2014/main" id="{B596962B-C4F9-DBD2-8E6A-0081BAFE9DD0}"/>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7000" r="90667">
                        <a14:foregroundMark x1="40667" y1="50333" x2="36333" y2="64333"/>
                        <a14:foregroundMark x1="25325" y1="61824" x2="21667" y2="53000"/>
                        <a14:foregroundMark x1="90667" y1="68000" x2="88333" y2="68000"/>
                        <a14:foregroundMark x1="27493" y1="71000" x2="27208" y2="70838"/>
                        <a14:foregroundMark x1="28079" y1="71333" x2="27493" y2="71000"/>
                        <a14:foregroundMark x1="28667" y1="71667" x2="28079" y2="71333"/>
                        <a14:backgroundMark x1="19333" y1="66000" x2="24000" y2="69667"/>
                        <a14:backgroundMark x1="17667" y1="66000" x2="17667" y2="66000"/>
                        <a14:backgroundMark x1="18333" y1="65667" x2="18333" y2="65667"/>
                        <a14:backgroundMark x1="18333" y1="65667" x2="18333" y2="65667"/>
                        <a14:backgroundMark x1="16667" y1="65000" x2="16667" y2="65000"/>
                        <a14:backgroundMark x1="17000" y1="65667" x2="17000" y2="65667"/>
                        <a14:backgroundMark x1="17333" y1="65667" x2="17333" y2="65667"/>
                        <a14:backgroundMark x1="17667" y1="66000" x2="18333" y2="67000"/>
                        <a14:backgroundMark x1="18667" y1="67333" x2="18667" y2="67333"/>
                        <a14:backgroundMark x1="14000" y1="71000" x2="14000" y2="71000"/>
                        <a14:backgroundMark x1="14667" y1="71667" x2="14667" y2="71667"/>
                        <a14:backgroundMark x1="13333" y1="71667" x2="13333" y2="71667"/>
                        <a14:backgroundMark x1="12000" y1="71667" x2="12000" y2="71667"/>
                        <a14:backgroundMark x1="13000" y1="71333" x2="13000" y2="71333"/>
                        <a14:backgroundMark x1="11667" y1="72000" x2="11667" y2="72000"/>
                        <a14:backgroundMark x1="11000" y1="72000" x2="11000" y2="72000"/>
                        <a14:backgroundMark x1="11000" y1="72000" x2="11000" y2="72000"/>
                        <a14:backgroundMark x1="11000" y1="72000" x2="11000" y2="72000"/>
                        <a14:backgroundMark x1="10667" y1="72000" x2="10667" y2="72000"/>
                        <a14:backgroundMark x1="10667" y1="72000" x2="10667" y2="72000"/>
                        <a14:backgroundMark x1="10000" y1="71667" x2="10000" y2="71667"/>
                        <a14:backgroundMark x1="11667" y1="71667" x2="11667" y2="71667"/>
                        <a14:backgroundMark x1="11667" y1="71667" x2="11667" y2="71667"/>
                        <a14:backgroundMark x1="11000" y1="71667" x2="11000" y2="71667"/>
                        <a14:backgroundMark x1="11000" y1="71667" x2="11000" y2="71667"/>
                        <a14:backgroundMark x1="11667" y1="71667" x2="11667" y2="71667"/>
                        <a14:backgroundMark x1="9667" y1="73000" x2="9667" y2="73000"/>
                        <a14:backgroundMark x1="9333" y1="72333" x2="9333" y2="72333"/>
                        <a14:backgroundMark x1="25333" y1="70667" x2="25333" y2="70667"/>
                        <a14:backgroundMark x1="26333" y1="71000" x2="26333" y2="71000"/>
                        <a14:backgroundMark x1="27333" y1="72000" x2="27333" y2="72000"/>
                        <a14:backgroundMark x1="25667" y1="70000" x2="25667" y2="70000"/>
                        <a14:backgroundMark x1="24667" y1="69333" x2="24667" y2="69333"/>
                        <a14:backgroundMark x1="25667" y1="70333" x2="25667" y2="70333"/>
                        <a14:backgroundMark x1="26333" y1="71667" x2="26333" y2="71667"/>
                        <a14:backgroundMark x1="26000" y1="70333" x2="26000" y2="70333"/>
                        <a14:backgroundMark x1="26000" y1="71667" x2="26000" y2="71667"/>
                        <a14:backgroundMark x1="26333" y1="71333" x2="26333" y2="71333"/>
                        <a14:backgroundMark x1="27000" y1="71333" x2="27000" y2="71333"/>
                        <a14:backgroundMark x1="27000" y1="71333" x2="27000" y2="71333"/>
                        <a14:backgroundMark x1="27667" y1="71333" x2="27667" y2="71333"/>
                        <a14:backgroundMark x1="27667" y1="71333" x2="27667" y2="71333"/>
                        <a14:backgroundMark x1="15000" y1="63667" x2="15000" y2="63667"/>
                        <a14:backgroundMark x1="13333" y1="64000" x2="13333" y2="64000"/>
                        <a14:backgroundMark x1="16333" y1="65333" x2="16333" y2="65333"/>
                        <a14:backgroundMark x1="12333" y1="66000" x2="12333" y2="66000"/>
                        <a14:backgroundMark x1="4000" y1="57333" x2="12333" y2="74000"/>
                        <a14:backgroundMark x1="12333" y1="74000" x2="27667" y2="70000"/>
                        <a14:backgroundMark x1="17333" y1="63333" x2="15667" y2="65333"/>
                        <a14:backgroundMark x1="28333" y1="71667" x2="28333" y2="71667"/>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1553759" y="4326805"/>
            <a:ext cx="1040339" cy="1040339"/>
          </a:xfrm>
          <a:prstGeom prst="rect">
            <a:avLst/>
          </a:prstGeom>
          <a:noFill/>
          <a:extLst>
            <a:ext uri="{909E8E84-426E-40DD-AFC4-6F175D3DCCD1}">
              <a14:hiddenFill xmlns:a14="http://schemas.microsoft.com/office/drawing/2010/main">
                <a:solidFill>
                  <a:srgbClr val="FFFFFF"/>
                </a:solidFill>
              </a14:hiddenFill>
            </a:ext>
          </a:extLst>
        </p:spPr>
      </p:pic>
      <p:sp>
        <p:nvSpPr>
          <p:cNvPr id="5" name="Arc 4">
            <a:extLst>
              <a:ext uri="{FF2B5EF4-FFF2-40B4-BE49-F238E27FC236}">
                <a16:creationId xmlns:a16="http://schemas.microsoft.com/office/drawing/2014/main" id="{D117D870-B0B7-3DB0-4DB9-0A6AF4E9EC90}"/>
              </a:ext>
            </a:extLst>
          </p:cNvPr>
          <p:cNvSpPr/>
          <p:nvPr/>
        </p:nvSpPr>
        <p:spPr>
          <a:xfrm rot="1360873" flipH="1">
            <a:off x="2277927" y="4930125"/>
            <a:ext cx="180281" cy="357855"/>
          </a:xfrm>
          <a:prstGeom prst="arc">
            <a:avLst>
              <a:gd name="adj1" fmla="val 15955937"/>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1013"/>
          </a:p>
        </p:txBody>
      </p:sp>
      <p:sp>
        <p:nvSpPr>
          <p:cNvPr id="6" name="Arc 5">
            <a:extLst>
              <a:ext uri="{FF2B5EF4-FFF2-40B4-BE49-F238E27FC236}">
                <a16:creationId xmlns:a16="http://schemas.microsoft.com/office/drawing/2014/main" id="{4640E857-3E89-3533-89BE-845764748A69}"/>
              </a:ext>
            </a:extLst>
          </p:cNvPr>
          <p:cNvSpPr/>
          <p:nvPr/>
        </p:nvSpPr>
        <p:spPr>
          <a:xfrm rot="2105248" flipH="1">
            <a:off x="2266778" y="4964519"/>
            <a:ext cx="202577" cy="346791"/>
          </a:xfrm>
          <a:prstGeom prst="arc">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1013" dirty="0"/>
          </a:p>
        </p:txBody>
      </p:sp>
      <p:sp>
        <p:nvSpPr>
          <p:cNvPr id="7" name="Oval 6">
            <a:extLst>
              <a:ext uri="{FF2B5EF4-FFF2-40B4-BE49-F238E27FC236}">
                <a16:creationId xmlns:a16="http://schemas.microsoft.com/office/drawing/2014/main" id="{2776CC19-E380-EF88-208B-ECEC5EE0A59F}"/>
              </a:ext>
            </a:extLst>
          </p:cNvPr>
          <p:cNvSpPr/>
          <p:nvPr/>
        </p:nvSpPr>
        <p:spPr>
          <a:xfrm flipH="1">
            <a:off x="2432798" y="4937805"/>
            <a:ext cx="25717" cy="25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schemeClr val="tx1"/>
              </a:solidFill>
            </a:endParaRPr>
          </a:p>
        </p:txBody>
      </p:sp>
      <p:sp>
        <p:nvSpPr>
          <p:cNvPr id="8" name="Oval 7">
            <a:extLst>
              <a:ext uri="{FF2B5EF4-FFF2-40B4-BE49-F238E27FC236}">
                <a16:creationId xmlns:a16="http://schemas.microsoft.com/office/drawing/2014/main" id="{0CFF68DE-B897-8F31-839E-225CD43FE5D0}"/>
              </a:ext>
            </a:extLst>
          </p:cNvPr>
          <p:cNvSpPr/>
          <p:nvPr/>
        </p:nvSpPr>
        <p:spPr>
          <a:xfrm flipH="1">
            <a:off x="2458515" y="4992124"/>
            <a:ext cx="25717" cy="25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schemeClr val="tx1"/>
              </a:solidFill>
            </a:endParaRPr>
          </a:p>
        </p:txBody>
      </p:sp>
    </p:spTree>
    <p:extLst>
      <p:ext uri="{BB962C8B-B14F-4D97-AF65-F5344CB8AC3E}">
        <p14:creationId xmlns:p14="http://schemas.microsoft.com/office/powerpoint/2010/main" val="316645183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par>
                          <p:cTn id="23" fill="hold">
                            <p:stCondLst>
                              <p:cond delay="500"/>
                            </p:stCondLst>
                            <p:childTnLst>
                              <p:par>
                                <p:cTn id="24" presetID="21" presetClass="entr" presetSubtype="1" fill="hold" nodeType="afterEffect">
                                  <p:stCondLst>
                                    <p:cond delay="0"/>
                                  </p:stCondLst>
                                  <p:childTnLst>
                                    <p:set>
                                      <p:cBhvr>
                                        <p:cTn id="25" dur="1" fill="hold">
                                          <p:stCondLst>
                                            <p:cond delay="0"/>
                                          </p:stCondLst>
                                        </p:cTn>
                                        <p:tgtEl>
                                          <p:spTgt spid="4100"/>
                                        </p:tgtEl>
                                        <p:attrNameLst>
                                          <p:attrName>style.visibility</p:attrName>
                                        </p:attrNameLst>
                                      </p:cBhvr>
                                      <p:to>
                                        <p:strVal val="visible"/>
                                      </p:to>
                                    </p:set>
                                    <p:animEffect transition="in" filter="wheel(1)">
                                      <p:cBhvr>
                                        <p:cTn id="26" dur="20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6" grpId="0" animBg="1"/>
      <p:bldP spid="7" grpId="0" animBg="1"/>
      <p:bldP spid="8" grpId="0" animBg="1"/>
    </p:bldLst>
  </p:timing>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TM04033925[[fn=Droplet]]</Template>
  <TotalTime>1221</TotalTime>
  <Words>315</Words>
  <Application>Microsoft Office PowerPoint</Application>
  <PresentationFormat>Widescreen</PresentationFormat>
  <Paragraphs>38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Bahnschrift</vt:lpstr>
      <vt:lpstr>Times New Roman</vt:lpstr>
      <vt:lpstr>Tw Cen MT</vt:lpstr>
      <vt:lpstr>Wingdings</vt:lpstr>
      <vt:lpstr>Droplet</vt:lpstr>
      <vt:lpstr>School fee  management system</vt:lpstr>
      <vt:lpstr>CERTIFICATE</vt:lpstr>
      <vt:lpstr>ACKNOWLEDGEMENT</vt:lpstr>
      <vt:lpstr>INDEX</vt:lpstr>
      <vt:lpstr>introduction</vt:lpstr>
      <vt:lpstr>program</vt:lpstr>
      <vt:lpstr>PowerPoint Presentation</vt:lpstr>
      <vt:lpstr>PowerPoint Presentation</vt:lpstr>
      <vt:lpstr>PowerPoint Presentation</vt:lpstr>
      <vt:lpstr>PowerPoint Presentation</vt:lpstr>
      <vt:lpstr>output</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 fee management system</dc:title>
  <dc:creator>ARNAB</dc:creator>
  <cp:lastModifiedBy>ARNAB DEY</cp:lastModifiedBy>
  <cp:revision>33</cp:revision>
  <dcterms:created xsi:type="dcterms:W3CDTF">2023-02-23T12:27:34Z</dcterms:created>
  <dcterms:modified xsi:type="dcterms:W3CDTF">2025-12-16T16:31:50Z</dcterms:modified>
</cp:coreProperties>
</file>